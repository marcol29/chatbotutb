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3" r:id="rId15"/>
    <p:sldId id="270" r:id="rId16"/>
    <p:sldId id="284" r:id="rId17"/>
    <p:sldId id="285" r:id="rId18"/>
    <p:sldId id="286" r:id="rId19"/>
    <p:sldId id="287" r:id="rId20"/>
    <p:sldId id="294" r:id="rId21"/>
    <p:sldId id="272" r:id="rId22"/>
    <p:sldId id="289" r:id="rId23"/>
    <p:sldId id="274" r:id="rId24"/>
    <p:sldId id="290" r:id="rId25"/>
    <p:sldId id="276" r:id="rId26"/>
    <p:sldId id="278" r:id="rId27"/>
    <p:sldId id="280" r:id="rId28"/>
    <p:sldId id="291" r:id="rId29"/>
    <p:sldId id="282" r:id="rId30"/>
    <p:sldId id="292" r:id="rId31"/>
    <p:sldId id="28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33"/>
  </p:normalViewPr>
  <p:slideViewPr>
    <p:cSldViewPr snapToGrid="0">
      <p:cViewPr varScale="1">
        <p:scale>
          <a:sx n="91" d="100"/>
          <a:sy n="91" d="100"/>
        </p:scale>
        <p:origin x="19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678297-E2E7-4955-99B4-D9380B35233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A377A7A-8B42-4930-843B-951E37CF7BE5}">
      <dgm:prSet/>
      <dgm:spPr/>
      <dgm:t>
        <a:bodyPr/>
        <a:lstStyle/>
        <a:p>
          <a:r>
            <a:rPr lang="en-US"/>
            <a:t>Core components</a:t>
          </a:r>
        </a:p>
      </dgm:t>
    </dgm:pt>
    <dgm:pt modelId="{3D5C6D35-3F01-4CFE-ADB6-741580C5C9E4}" type="parTrans" cxnId="{84B2B283-D168-48B1-9D1D-FAFB1506DE0B}">
      <dgm:prSet/>
      <dgm:spPr/>
      <dgm:t>
        <a:bodyPr/>
        <a:lstStyle/>
        <a:p>
          <a:endParaRPr lang="en-US"/>
        </a:p>
      </dgm:t>
    </dgm:pt>
    <dgm:pt modelId="{DA4AC6BC-A41D-4665-9829-CF3CD900060E}" type="sibTrans" cxnId="{84B2B283-D168-48B1-9D1D-FAFB1506DE0B}">
      <dgm:prSet/>
      <dgm:spPr/>
      <dgm:t>
        <a:bodyPr/>
        <a:lstStyle/>
        <a:p>
          <a:endParaRPr lang="en-US"/>
        </a:p>
      </dgm:t>
    </dgm:pt>
    <dgm:pt modelId="{BC949CAC-6453-426F-8405-2961C3D71020}">
      <dgm:prSet/>
      <dgm:spPr/>
      <dgm:t>
        <a:bodyPr/>
        <a:lstStyle/>
        <a:p>
          <a:r>
            <a:rPr lang="en-US"/>
            <a:t>System prompt  – defines the persona &amp; rules</a:t>
          </a:r>
        </a:p>
      </dgm:t>
    </dgm:pt>
    <dgm:pt modelId="{78CAE105-EDAF-4D85-BBF6-A413A18552F2}" type="parTrans" cxnId="{F11D3A8A-724F-4F4E-940F-DBB8A3D8DDBC}">
      <dgm:prSet/>
      <dgm:spPr/>
      <dgm:t>
        <a:bodyPr/>
        <a:lstStyle/>
        <a:p>
          <a:endParaRPr lang="en-US"/>
        </a:p>
      </dgm:t>
    </dgm:pt>
    <dgm:pt modelId="{BF2038A2-59EB-4A23-AFD3-C330AEA3DAB1}" type="sibTrans" cxnId="{F11D3A8A-724F-4F4E-940F-DBB8A3D8DDBC}">
      <dgm:prSet/>
      <dgm:spPr/>
      <dgm:t>
        <a:bodyPr/>
        <a:lstStyle/>
        <a:p>
          <a:endParaRPr lang="en-US"/>
        </a:p>
      </dgm:t>
    </dgm:pt>
    <dgm:pt modelId="{79F5D3F2-17C6-4EE5-A753-F26783710214}">
      <dgm:prSet/>
      <dgm:spPr/>
      <dgm:t>
        <a:bodyPr/>
        <a:lstStyle/>
        <a:p>
          <a:r>
            <a:rPr lang="en-US"/>
            <a:t>User message   – what the user types</a:t>
          </a:r>
        </a:p>
      </dgm:t>
    </dgm:pt>
    <dgm:pt modelId="{9CEE3A62-40F4-4E28-9A8A-EF18BAE8B4AF}" type="parTrans" cxnId="{08D22D91-3418-4A8E-B452-E969095D851C}">
      <dgm:prSet/>
      <dgm:spPr/>
      <dgm:t>
        <a:bodyPr/>
        <a:lstStyle/>
        <a:p>
          <a:endParaRPr lang="en-US"/>
        </a:p>
      </dgm:t>
    </dgm:pt>
    <dgm:pt modelId="{9BF44047-0056-4B60-AA0B-54CB40D3C533}" type="sibTrans" cxnId="{08D22D91-3418-4A8E-B452-E969095D851C}">
      <dgm:prSet/>
      <dgm:spPr/>
      <dgm:t>
        <a:bodyPr/>
        <a:lstStyle/>
        <a:p>
          <a:endParaRPr lang="en-US"/>
        </a:p>
      </dgm:t>
    </dgm:pt>
    <dgm:pt modelId="{7D6F8AB5-EC46-46DD-A7D4-6030C7A2912A}">
      <dgm:prSet/>
      <dgm:spPr/>
      <dgm:t>
        <a:bodyPr/>
        <a:lstStyle/>
        <a:p>
          <a:r>
            <a:rPr lang="en-US"/>
            <a:t>AI response    – generated by the LLM</a:t>
          </a:r>
        </a:p>
      </dgm:t>
    </dgm:pt>
    <dgm:pt modelId="{7265B23C-FDF5-4B89-B0F5-12B601955427}" type="parTrans" cxnId="{7D70BBD6-BD15-4587-A545-9C92CA01C4F5}">
      <dgm:prSet/>
      <dgm:spPr/>
      <dgm:t>
        <a:bodyPr/>
        <a:lstStyle/>
        <a:p>
          <a:endParaRPr lang="en-US"/>
        </a:p>
      </dgm:t>
    </dgm:pt>
    <dgm:pt modelId="{15B3A682-BBF0-4BD2-87A9-0EBD47894CB4}" type="sibTrans" cxnId="{7D70BBD6-BD15-4587-A545-9C92CA01C4F5}">
      <dgm:prSet/>
      <dgm:spPr/>
      <dgm:t>
        <a:bodyPr/>
        <a:lstStyle/>
        <a:p>
          <a:endParaRPr lang="en-US"/>
        </a:p>
      </dgm:t>
    </dgm:pt>
    <dgm:pt modelId="{E1E401EB-C2C5-4D51-A480-C6207D218886}">
      <dgm:prSet/>
      <dgm:spPr/>
      <dgm:t>
        <a:bodyPr/>
        <a:lstStyle/>
        <a:p>
          <a:r>
            <a:rPr lang="en-US"/>
            <a:t>Conversation history – keeps context across turns</a:t>
          </a:r>
        </a:p>
      </dgm:t>
    </dgm:pt>
    <dgm:pt modelId="{718D4FA0-0AF7-4817-B9E7-56053140F645}" type="parTrans" cxnId="{8A29DDAE-2652-4B2F-BC63-16183D3A12F4}">
      <dgm:prSet/>
      <dgm:spPr/>
      <dgm:t>
        <a:bodyPr/>
        <a:lstStyle/>
        <a:p>
          <a:endParaRPr lang="en-US"/>
        </a:p>
      </dgm:t>
    </dgm:pt>
    <dgm:pt modelId="{B5706236-55AE-4F86-AB6C-89C2905A9FAC}" type="sibTrans" cxnId="{8A29DDAE-2652-4B2F-BC63-16183D3A12F4}">
      <dgm:prSet/>
      <dgm:spPr/>
      <dgm:t>
        <a:bodyPr/>
        <a:lstStyle/>
        <a:p>
          <a:endParaRPr lang="en-US"/>
        </a:p>
      </dgm:t>
    </dgm:pt>
    <dgm:pt modelId="{D7617EB9-5804-47E9-A3D9-EAB4442E1C1C}">
      <dgm:prSet/>
      <dgm:spPr/>
      <dgm:t>
        <a:bodyPr/>
        <a:lstStyle/>
        <a:p>
          <a:r>
            <a:rPr lang="en-US"/>
            <a:t>Common extensions</a:t>
          </a:r>
        </a:p>
      </dgm:t>
    </dgm:pt>
    <dgm:pt modelId="{4BDBC530-AAF5-4858-9423-12B651C2F14C}" type="parTrans" cxnId="{FDC79D86-CCFA-4FA4-9F77-17C0C255ADA2}">
      <dgm:prSet/>
      <dgm:spPr/>
      <dgm:t>
        <a:bodyPr/>
        <a:lstStyle/>
        <a:p>
          <a:endParaRPr lang="en-US"/>
        </a:p>
      </dgm:t>
    </dgm:pt>
    <dgm:pt modelId="{B3E4A364-FD63-4424-BAE6-E9975120F906}" type="sibTrans" cxnId="{FDC79D86-CCFA-4FA4-9F77-17C0C255ADA2}">
      <dgm:prSet/>
      <dgm:spPr/>
      <dgm:t>
        <a:bodyPr/>
        <a:lstStyle/>
        <a:p>
          <a:endParaRPr lang="en-US"/>
        </a:p>
      </dgm:t>
    </dgm:pt>
    <dgm:pt modelId="{F9F12A2B-9579-435D-B51E-6A16F707E270}">
      <dgm:prSet/>
      <dgm:spPr/>
      <dgm:t>
        <a:bodyPr/>
        <a:lstStyle/>
        <a:p>
          <a:r>
            <a:rPr lang="en-US"/>
            <a:t>RAG  – retrieval-augmented generation (inject knowledge)</a:t>
          </a:r>
        </a:p>
      </dgm:t>
    </dgm:pt>
    <dgm:pt modelId="{89D52959-C0C2-417C-880F-494E8A176F3F}" type="parTrans" cxnId="{FF87B0A2-13CA-48EB-94D8-5331206BE1D1}">
      <dgm:prSet/>
      <dgm:spPr/>
      <dgm:t>
        <a:bodyPr/>
        <a:lstStyle/>
        <a:p>
          <a:endParaRPr lang="en-US"/>
        </a:p>
      </dgm:t>
    </dgm:pt>
    <dgm:pt modelId="{5A66A1A8-D25F-4D43-B3E2-CF6E3D92E8F9}" type="sibTrans" cxnId="{FF87B0A2-13CA-48EB-94D8-5331206BE1D1}">
      <dgm:prSet/>
      <dgm:spPr/>
      <dgm:t>
        <a:bodyPr/>
        <a:lstStyle/>
        <a:p>
          <a:endParaRPr lang="en-US"/>
        </a:p>
      </dgm:t>
    </dgm:pt>
    <dgm:pt modelId="{E61E9F6E-7EF2-4E35-BDDD-BEEE3D9CC21B}">
      <dgm:prSet/>
      <dgm:spPr/>
      <dgm:t>
        <a:bodyPr/>
        <a:lstStyle/>
        <a:p>
          <a:r>
            <a:rPr lang="en-US"/>
            <a:t>Tools / function calling – let the model take actions</a:t>
          </a:r>
        </a:p>
      </dgm:t>
    </dgm:pt>
    <dgm:pt modelId="{F93D037F-F3EC-49CA-98FB-835F64DC15D6}" type="parTrans" cxnId="{499344C9-AF63-4953-87E8-B5177AE2AC4E}">
      <dgm:prSet/>
      <dgm:spPr/>
      <dgm:t>
        <a:bodyPr/>
        <a:lstStyle/>
        <a:p>
          <a:endParaRPr lang="en-US"/>
        </a:p>
      </dgm:t>
    </dgm:pt>
    <dgm:pt modelId="{36293A25-9E71-4F83-B2BA-5BF82E5F2555}" type="sibTrans" cxnId="{499344C9-AF63-4953-87E8-B5177AE2AC4E}">
      <dgm:prSet/>
      <dgm:spPr/>
      <dgm:t>
        <a:bodyPr/>
        <a:lstStyle/>
        <a:p>
          <a:endParaRPr lang="en-US"/>
        </a:p>
      </dgm:t>
    </dgm:pt>
    <dgm:pt modelId="{8C4112C3-58D8-4D9F-8705-73A7242FFB82}">
      <dgm:prSet/>
      <dgm:spPr/>
      <dgm:t>
        <a:bodyPr/>
        <a:lstStyle/>
        <a:p>
          <a:r>
            <a:rPr lang="en-US"/>
            <a:t>Memory – persist facts beyond one session</a:t>
          </a:r>
        </a:p>
      </dgm:t>
    </dgm:pt>
    <dgm:pt modelId="{4CB2CB75-3C9A-4206-AEA7-7818CAF8BD00}" type="parTrans" cxnId="{009CA0A6-D0FA-402A-8FEF-B0F0FEA60E48}">
      <dgm:prSet/>
      <dgm:spPr/>
      <dgm:t>
        <a:bodyPr/>
        <a:lstStyle/>
        <a:p>
          <a:endParaRPr lang="en-US"/>
        </a:p>
      </dgm:t>
    </dgm:pt>
    <dgm:pt modelId="{91D34AA7-E0A6-4516-81F9-8950C694B85C}" type="sibTrans" cxnId="{009CA0A6-D0FA-402A-8FEF-B0F0FEA60E48}">
      <dgm:prSet/>
      <dgm:spPr/>
      <dgm:t>
        <a:bodyPr/>
        <a:lstStyle/>
        <a:p>
          <a:endParaRPr lang="en-US"/>
        </a:p>
      </dgm:t>
    </dgm:pt>
    <dgm:pt modelId="{C2531195-B584-E141-9C54-E2E72D3BD9F6}" type="pres">
      <dgm:prSet presAssocID="{4B678297-E2E7-4955-99B4-D9380B352335}" presName="linear" presStyleCnt="0">
        <dgm:presLayoutVars>
          <dgm:dir/>
          <dgm:animLvl val="lvl"/>
          <dgm:resizeHandles val="exact"/>
        </dgm:presLayoutVars>
      </dgm:prSet>
      <dgm:spPr/>
    </dgm:pt>
    <dgm:pt modelId="{97129769-4273-DB44-ACB6-6208CFA7422B}" type="pres">
      <dgm:prSet presAssocID="{2A377A7A-8B42-4930-843B-951E37CF7BE5}" presName="parentLin" presStyleCnt="0"/>
      <dgm:spPr/>
    </dgm:pt>
    <dgm:pt modelId="{AC98B031-CDD3-984C-B00F-56A289F674D7}" type="pres">
      <dgm:prSet presAssocID="{2A377A7A-8B42-4930-843B-951E37CF7BE5}" presName="parentLeftMargin" presStyleLbl="node1" presStyleIdx="0" presStyleCnt="2"/>
      <dgm:spPr/>
    </dgm:pt>
    <dgm:pt modelId="{10AAD35B-904C-1C4D-9099-519ACD842A41}" type="pres">
      <dgm:prSet presAssocID="{2A377A7A-8B42-4930-843B-951E37CF7BE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EF8B8BA-CC39-124C-972D-49FE560B6BAB}" type="pres">
      <dgm:prSet presAssocID="{2A377A7A-8B42-4930-843B-951E37CF7BE5}" presName="negativeSpace" presStyleCnt="0"/>
      <dgm:spPr/>
    </dgm:pt>
    <dgm:pt modelId="{19C07AB4-3C4F-2543-9C44-DFE9B8B4AD3E}" type="pres">
      <dgm:prSet presAssocID="{2A377A7A-8B42-4930-843B-951E37CF7BE5}" presName="childText" presStyleLbl="conFgAcc1" presStyleIdx="0" presStyleCnt="2">
        <dgm:presLayoutVars>
          <dgm:bulletEnabled val="1"/>
        </dgm:presLayoutVars>
      </dgm:prSet>
      <dgm:spPr/>
    </dgm:pt>
    <dgm:pt modelId="{12F7A8AF-DA69-B949-BBFA-D566923A0E8D}" type="pres">
      <dgm:prSet presAssocID="{DA4AC6BC-A41D-4665-9829-CF3CD900060E}" presName="spaceBetweenRectangles" presStyleCnt="0"/>
      <dgm:spPr/>
    </dgm:pt>
    <dgm:pt modelId="{AAB68155-7CB7-B140-998A-F00F7F5C3BA0}" type="pres">
      <dgm:prSet presAssocID="{D7617EB9-5804-47E9-A3D9-EAB4442E1C1C}" presName="parentLin" presStyleCnt="0"/>
      <dgm:spPr/>
    </dgm:pt>
    <dgm:pt modelId="{17EC5745-F75D-AC4C-A4BB-DF1D25114622}" type="pres">
      <dgm:prSet presAssocID="{D7617EB9-5804-47E9-A3D9-EAB4442E1C1C}" presName="parentLeftMargin" presStyleLbl="node1" presStyleIdx="0" presStyleCnt="2"/>
      <dgm:spPr/>
    </dgm:pt>
    <dgm:pt modelId="{35BA803A-E197-204D-B541-B09931663734}" type="pres">
      <dgm:prSet presAssocID="{D7617EB9-5804-47E9-A3D9-EAB4442E1C1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E9868CA-73D8-0841-B849-F592A2EC25D5}" type="pres">
      <dgm:prSet presAssocID="{D7617EB9-5804-47E9-A3D9-EAB4442E1C1C}" presName="negativeSpace" presStyleCnt="0"/>
      <dgm:spPr/>
    </dgm:pt>
    <dgm:pt modelId="{25218F06-DC36-5E45-B3FA-AF5F7C057E77}" type="pres">
      <dgm:prSet presAssocID="{D7617EB9-5804-47E9-A3D9-EAB4442E1C1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BA5420D-9E60-D74E-9C02-4A83032E0A29}" type="presOf" srcId="{2A377A7A-8B42-4930-843B-951E37CF7BE5}" destId="{AC98B031-CDD3-984C-B00F-56A289F674D7}" srcOrd="0" destOrd="0" presId="urn:microsoft.com/office/officeart/2005/8/layout/list1"/>
    <dgm:cxn modelId="{93CBD014-5F33-C241-ABD6-27593008CA96}" type="presOf" srcId="{2A377A7A-8B42-4930-843B-951E37CF7BE5}" destId="{10AAD35B-904C-1C4D-9099-519ACD842A41}" srcOrd="1" destOrd="0" presId="urn:microsoft.com/office/officeart/2005/8/layout/list1"/>
    <dgm:cxn modelId="{24F8442B-1AED-B04F-A97B-4BA3734A481D}" type="presOf" srcId="{7D6F8AB5-EC46-46DD-A7D4-6030C7A2912A}" destId="{19C07AB4-3C4F-2543-9C44-DFE9B8B4AD3E}" srcOrd="0" destOrd="2" presId="urn:microsoft.com/office/officeart/2005/8/layout/list1"/>
    <dgm:cxn modelId="{48FAF141-5913-C84E-B551-09E7017D3265}" type="presOf" srcId="{F9F12A2B-9579-435D-B51E-6A16F707E270}" destId="{25218F06-DC36-5E45-B3FA-AF5F7C057E77}" srcOrd="0" destOrd="0" presId="urn:microsoft.com/office/officeart/2005/8/layout/list1"/>
    <dgm:cxn modelId="{7489B64A-25C8-CA43-869F-2C8FC0981F5A}" type="presOf" srcId="{79F5D3F2-17C6-4EE5-A753-F26783710214}" destId="{19C07AB4-3C4F-2543-9C44-DFE9B8B4AD3E}" srcOrd="0" destOrd="1" presId="urn:microsoft.com/office/officeart/2005/8/layout/list1"/>
    <dgm:cxn modelId="{03A2F74B-72A0-E744-8EB7-F09D44E16889}" type="presOf" srcId="{8C4112C3-58D8-4D9F-8705-73A7242FFB82}" destId="{25218F06-DC36-5E45-B3FA-AF5F7C057E77}" srcOrd="0" destOrd="2" presId="urn:microsoft.com/office/officeart/2005/8/layout/list1"/>
    <dgm:cxn modelId="{C461B45B-412C-7040-8C5D-292E382B13E8}" type="presOf" srcId="{4B678297-E2E7-4955-99B4-D9380B352335}" destId="{C2531195-B584-E141-9C54-E2E72D3BD9F6}" srcOrd="0" destOrd="0" presId="urn:microsoft.com/office/officeart/2005/8/layout/list1"/>
    <dgm:cxn modelId="{84B2B283-D168-48B1-9D1D-FAFB1506DE0B}" srcId="{4B678297-E2E7-4955-99B4-D9380B352335}" destId="{2A377A7A-8B42-4930-843B-951E37CF7BE5}" srcOrd="0" destOrd="0" parTransId="{3D5C6D35-3F01-4CFE-ADB6-741580C5C9E4}" sibTransId="{DA4AC6BC-A41D-4665-9829-CF3CD900060E}"/>
    <dgm:cxn modelId="{FDC79D86-CCFA-4FA4-9F77-17C0C255ADA2}" srcId="{4B678297-E2E7-4955-99B4-D9380B352335}" destId="{D7617EB9-5804-47E9-A3D9-EAB4442E1C1C}" srcOrd="1" destOrd="0" parTransId="{4BDBC530-AAF5-4858-9423-12B651C2F14C}" sibTransId="{B3E4A364-FD63-4424-BAE6-E9975120F906}"/>
    <dgm:cxn modelId="{F11D3A8A-724F-4F4E-940F-DBB8A3D8DDBC}" srcId="{2A377A7A-8B42-4930-843B-951E37CF7BE5}" destId="{BC949CAC-6453-426F-8405-2961C3D71020}" srcOrd="0" destOrd="0" parTransId="{78CAE105-EDAF-4D85-BBF6-A413A18552F2}" sibTransId="{BF2038A2-59EB-4A23-AFD3-C330AEA3DAB1}"/>
    <dgm:cxn modelId="{08D22D91-3418-4A8E-B452-E969095D851C}" srcId="{2A377A7A-8B42-4930-843B-951E37CF7BE5}" destId="{79F5D3F2-17C6-4EE5-A753-F26783710214}" srcOrd="1" destOrd="0" parTransId="{9CEE3A62-40F4-4E28-9A8A-EF18BAE8B4AF}" sibTransId="{9BF44047-0056-4B60-AA0B-54CB40D3C533}"/>
    <dgm:cxn modelId="{FF87B0A2-13CA-48EB-94D8-5331206BE1D1}" srcId="{D7617EB9-5804-47E9-A3D9-EAB4442E1C1C}" destId="{F9F12A2B-9579-435D-B51E-6A16F707E270}" srcOrd="0" destOrd="0" parTransId="{89D52959-C0C2-417C-880F-494E8A176F3F}" sibTransId="{5A66A1A8-D25F-4D43-B3E2-CF6E3D92E8F9}"/>
    <dgm:cxn modelId="{009CA0A6-D0FA-402A-8FEF-B0F0FEA60E48}" srcId="{D7617EB9-5804-47E9-A3D9-EAB4442E1C1C}" destId="{8C4112C3-58D8-4D9F-8705-73A7242FFB82}" srcOrd="2" destOrd="0" parTransId="{4CB2CB75-3C9A-4206-AEA7-7818CAF8BD00}" sibTransId="{91D34AA7-E0A6-4516-81F9-8950C694B85C}"/>
    <dgm:cxn modelId="{8A29DDAE-2652-4B2F-BC63-16183D3A12F4}" srcId="{2A377A7A-8B42-4930-843B-951E37CF7BE5}" destId="{E1E401EB-C2C5-4D51-A480-C6207D218886}" srcOrd="3" destOrd="0" parTransId="{718D4FA0-0AF7-4817-B9E7-56053140F645}" sibTransId="{B5706236-55AE-4F86-AB6C-89C2905A9FAC}"/>
    <dgm:cxn modelId="{D4CE09C3-335C-1F40-BB35-5C600071BF2D}" type="presOf" srcId="{D7617EB9-5804-47E9-A3D9-EAB4442E1C1C}" destId="{17EC5745-F75D-AC4C-A4BB-DF1D25114622}" srcOrd="0" destOrd="0" presId="urn:microsoft.com/office/officeart/2005/8/layout/list1"/>
    <dgm:cxn modelId="{C8413FC6-F7D0-3A47-AAC0-52DE2E8B85C0}" type="presOf" srcId="{BC949CAC-6453-426F-8405-2961C3D71020}" destId="{19C07AB4-3C4F-2543-9C44-DFE9B8B4AD3E}" srcOrd="0" destOrd="0" presId="urn:microsoft.com/office/officeart/2005/8/layout/list1"/>
    <dgm:cxn modelId="{499344C9-AF63-4953-87E8-B5177AE2AC4E}" srcId="{D7617EB9-5804-47E9-A3D9-EAB4442E1C1C}" destId="{E61E9F6E-7EF2-4E35-BDDD-BEEE3D9CC21B}" srcOrd="1" destOrd="0" parTransId="{F93D037F-F3EC-49CA-98FB-835F64DC15D6}" sibTransId="{36293A25-9E71-4F83-B2BA-5BF82E5F2555}"/>
    <dgm:cxn modelId="{E7A3E4D4-43A6-4E42-98EE-30D9F559344E}" type="presOf" srcId="{E61E9F6E-7EF2-4E35-BDDD-BEEE3D9CC21B}" destId="{25218F06-DC36-5E45-B3FA-AF5F7C057E77}" srcOrd="0" destOrd="1" presId="urn:microsoft.com/office/officeart/2005/8/layout/list1"/>
    <dgm:cxn modelId="{7D70BBD6-BD15-4587-A545-9C92CA01C4F5}" srcId="{2A377A7A-8B42-4930-843B-951E37CF7BE5}" destId="{7D6F8AB5-EC46-46DD-A7D4-6030C7A2912A}" srcOrd="2" destOrd="0" parTransId="{7265B23C-FDF5-4B89-B0F5-12B601955427}" sibTransId="{15B3A682-BBF0-4BD2-87A9-0EBD47894CB4}"/>
    <dgm:cxn modelId="{1AD3CAED-8911-F74C-9820-602159C3B56B}" type="presOf" srcId="{D7617EB9-5804-47E9-A3D9-EAB4442E1C1C}" destId="{35BA803A-E197-204D-B541-B09931663734}" srcOrd="1" destOrd="0" presId="urn:microsoft.com/office/officeart/2005/8/layout/list1"/>
    <dgm:cxn modelId="{2E19DAED-E992-5B43-BEC0-45D0C15425D2}" type="presOf" srcId="{E1E401EB-C2C5-4D51-A480-C6207D218886}" destId="{19C07AB4-3C4F-2543-9C44-DFE9B8B4AD3E}" srcOrd="0" destOrd="3" presId="urn:microsoft.com/office/officeart/2005/8/layout/list1"/>
    <dgm:cxn modelId="{F7290D11-8037-3C48-85E5-F5CBCA9EF410}" type="presParOf" srcId="{C2531195-B584-E141-9C54-E2E72D3BD9F6}" destId="{97129769-4273-DB44-ACB6-6208CFA7422B}" srcOrd="0" destOrd="0" presId="urn:microsoft.com/office/officeart/2005/8/layout/list1"/>
    <dgm:cxn modelId="{6721BD01-4187-F943-AB9A-BA8DA4E00688}" type="presParOf" srcId="{97129769-4273-DB44-ACB6-6208CFA7422B}" destId="{AC98B031-CDD3-984C-B00F-56A289F674D7}" srcOrd="0" destOrd="0" presId="urn:microsoft.com/office/officeart/2005/8/layout/list1"/>
    <dgm:cxn modelId="{D0EF9D31-B7DF-1E4F-A1A9-A31B453DA153}" type="presParOf" srcId="{97129769-4273-DB44-ACB6-6208CFA7422B}" destId="{10AAD35B-904C-1C4D-9099-519ACD842A41}" srcOrd="1" destOrd="0" presId="urn:microsoft.com/office/officeart/2005/8/layout/list1"/>
    <dgm:cxn modelId="{2C536836-B7AD-4343-B5AC-D2485B7A9540}" type="presParOf" srcId="{C2531195-B584-E141-9C54-E2E72D3BD9F6}" destId="{2EF8B8BA-CC39-124C-972D-49FE560B6BAB}" srcOrd="1" destOrd="0" presId="urn:microsoft.com/office/officeart/2005/8/layout/list1"/>
    <dgm:cxn modelId="{C74099E1-9026-4A4D-BA63-466328970935}" type="presParOf" srcId="{C2531195-B584-E141-9C54-E2E72D3BD9F6}" destId="{19C07AB4-3C4F-2543-9C44-DFE9B8B4AD3E}" srcOrd="2" destOrd="0" presId="urn:microsoft.com/office/officeart/2005/8/layout/list1"/>
    <dgm:cxn modelId="{006225B6-88E5-304B-B305-BD01B9E3EA82}" type="presParOf" srcId="{C2531195-B584-E141-9C54-E2E72D3BD9F6}" destId="{12F7A8AF-DA69-B949-BBFA-D566923A0E8D}" srcOrd="3" destOrd="0" presId="urn:microsoft.com/office/officeart/2005/8/layout/list1"/>
    <dgm:cxn modelId="{DF821213-B6B5-BA49-AD7A-7578A68985D5}" type="presParOf" srcId="{C2531195-B584-E141-9C54-E2E72D3BD9F6}" destId="{AAB68155-7CB7-B140-998A-F00F7F5C3BA0}" srcOrd="4" destOrd="0" presId="urn:microsoft.com/office/officeart/2005/8/layout/list1"/>
    <dgm:cxn modelId="{A3C19A64-ABBA-6B43-8ED1-135F65F29D13}" type="presParOf" srcId="{AAB68155-7CB7-B140-998A-F00F7F5C3BA0}" destId="{17EC5745-F75D-AC4C-A4BB-DF1D25114622}" srcOrd="0" destOrd="0" presId="urn:microsoft.com/office/officeart/2005/8/layout/list1"/>
    <dgm:cxn modelId="{7EBC9BFC-B83A-734C-AAA1-8F952E11F2DB}" type="presParOf" srcId="{AAB68155-7CB7-B140-998A-F00F7F5C3BA0}" destId="{35BA803A-E197-204D-B541-B09931663734}" srcOrd="1" destOrd="0" presId="urn:microsoft.com/office/officeart/2005/8/layout/list1"/>
    <dgm:cxn modelId="{85E76BA8-D44D-564A-BEFE-4C7C35E38FD5}" type="presParOf" srcId="{C2531195-B584-E141-9C54-E2E72D3BD9F6}" destId="{7E9868CA-73D8-0841-B849-F592A2EC25D5}" srcOrd="5" destOrd="0" presId="urn:microsoft.com/office/officeart/2005/8/layout/list1"/>
    <dgm:cxn modelId="{0A908639-7CEE-A049-89BE-12B11AFFB13E}" type="presParOf" srcId="{C2531195-B584-E141-9C54-E2E72D3BD9F6}" destId="{25218F06-DC36-5E45-B3FA-AF5F7C057E7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D91375-07D8-49C6-8B2B-9F1AB869B916}" type="doc">
      <dgm:prSet loTypeId="urn:microsoft.com/office/officeart/2016/7/layout/ChevronBlockProcess" loCatId="process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299FB81-F8C8-44A2-BCC3-04C89CDA9898}">
      <dgm:prSet/>
      <dgm:spPr/>
      <dgm:t>
        <a:bodyPr/>
        <a:lstStyle/>
        <a:p>
          <a:r>
            <a:rPr lang="en-US"/>
            <a:t>1. Tokenization</a:t>
          </a:r>
        </a:p>
      </dgm:t>
    </dgm:pt>
    <dgm:pt modelId="{56FAD010-1054-451A-B381-EC2E5C9BF6CC}" type="parTrans" cxnId="{E24F6823-D64E-4262-BDEC-8047F2306D71}">
      <dgm:prSet/>
      <dgm:spPr/>
      <dgm:t>
        <a:bodyPr/>
        <a:lstStyle/>
        <a:p>
          <a:endParaRPr lang="en-US"/>
        </a:p>
      </dgm:t>
    </dgm:pt>
    <dgm:pt modelId="{5C19A620-BBC9-42E4-8A54-860E8F32C09D}" type="sibTrans" cxnId="{E24F6823-D64E-4262-BDEC-8047F2306D71}">
      <dgm:prSet/>
      <dgm:spPr/>
      <dgm:t>
        <a:bodyPr/>
        <a:lstStyle/>
        <a:p>
          <a:endParaRPr lang="en-US"/>
        </a:p>
      </dgm:t>
    </dgm:pt>
    <dgm:pt modelId="{0D68ED08-549C-4B55-ABF2-F5D07861FD40}">
      <dgm:prSet/>
      <dgm:spPr/>
      <dgm:t>
        <a:bodyPr/>
        <a:lstStyle/>
        <a:p>
          <a:r>
            <a:rPr lang="en-US"/>
            <a:t>Text is split into sub-word tokens  (e.g. 'chatbot' → ['chat','bot'])</a:t>
          </a:r>
        </a:p>
      </dgm:t>
    </dgm:pt>
    <dgm:pt modelId="{3D2C731F-E6DD-4D1F-B8D1-6E2E4AB31000}" type="parTrans" cxnId="{05D16D34-922F-42FB-A711-B062C1A40498}">
      <dgm:prSet/>
      <dgm:spPr/>
      <dgm:t>
        <a:bodyPr/>
        <a:lstStyle/>
        <a:p>
          <a:endParaRPr lang="en-US"/>
        </a:p>
      </dgm:t>
    </dgm:pt>
    <dgm:pt modelId="{A257440D-760E-4040-B887-BE61E377FB6D}" type="sibTrans" cxnId="{05D16D34-922F-42FB-A711-B062C1A40498}">
      <dgm:prSet/>
      <dgm:spPr/>
      <dgm:t>
        <a:bodyPr/>
        <a:lstStyle/>
        <a:p>
          <a:endParaRPr lang="en-US"/>
        </a:p>
      </dgm:t>
    </dgm:pt>
    <dgm:pt modelId="{D870107E-4EFB-4E10-B1CA-317D9E4F51FF}">
      <dgm:prSet/>
      <dgm:spPr/>
      <dgm:t>
        <a:bodyPr/>
        <a:lstStyle/>
        <a:p>
          <a:r>
            <a:rPr lang="en-US"/>
            <a:t>2. Embedding</a:t>
          </a:r>
        </a:p>
      </dgm:t>
    </dgm:pt>
    <dgm:pt modelId="{1D7112C3-3335-490A-8313-D63E71874567}" type="parTrans" cxnId="{F9818D7A-9307-419E-A5DD-74DB1B582C7B}">
      <dgm:prSet/>
      <dgm:spPr/>
      <dgm:t>
        <a:bodyPr/>
        <a:lstStyle/>
        <a:p>
          <a:endParaRPr lang="en-US"/>
        </a:p>
      </dgm:t>
    </dgm:pt>
    <dgm:pt modelId="{A2F67FF5-01DA-4A07-B308-14569E639F47}" type="sibTrans" cxnId="{F9818D7A-9307-419E-A5DD-74DB1B582C7B}">
      <dgm:prSet/>
      <dgm:spPr/>
      <dgm:t>
        <a:bodyPr/>
        <a:lstStyle/>
        <a:p>
          <a:endParaRPr lang="en-US"/>
        </a:p>
      </dgm:t>
    </dgm:pt>
    <dgm:pt modelId="{901F86B9-C9E6-435B-8C4A-115448E971C7}">
      <dgm:prSet/>
      <dgm:spPr/>
      <dgm:t>
        <a:bodyPr/>
        <a:lstStyle/>
        <a:p>
          <a:r>
            <a:rPr lang="en-US"/>
            <a:t>Each token → high-dimensional vector (meaning in math space)</a:t>
          </a:r>
        </a:p>
      </dgm:t>
    </dgm:pt>
    <dgm:pt modelId="{03F71166-9F2F-475F-A484-719CBAA98B49}" type="parTrans" cxnId="{409B192A-8508-475A-9D53-E4F3568EDECB}">
      <dgm:prSet/>
      <dgm:spPr/>
      <dgm:t>
        <a:bodyPr/>
        <a:lstStyle/>
        <a:p>
          <a:endParaRPr lang="en-US"/>
        </a:p>
      </dgm:t>
    </dgm:pt>
    <dgm:pt modelId="{CD764FB8-3B87-4A55-B5AD-F30172B70F05}" type="sibTrans" cxnId="{409B192A-8508-475A-9D53-E4F3568EDECB}">
      <dgm:prSet/>
      <dgm:spPr/>
      <dgm:t>
        <a:bodyPr/>
        <a:lstStyle/>
        <a:p>
          <a:endParaRPr lang="en-US"/>
        </a:p>
      </dgm:t>
    </dgm:pt>
    <dgm:pt modelId="{3D80D5D9-5C84-4BC1-ACC8-303803A35693}">
      <dgm:prSet/>
      <dgm:spPr/>
      <dgm:t>
        <a:bodyPr/>
        <a:lstStyle/>
        <a:p>
          <a:r>
            <a:rPr lang="en-US"/>
            <a:t>3. Transformer layers</a:t>
          </a:r>
        </a:p>
      </dgm:t>
    </dgm:pt>
    <dgm:pt modelId="{4E497ABE-729D-40D8-A6F7-97102874B890}" type="parTrans" cxnId="{B15C9459-4FD4-460E-8FBF-A38065F7BD5D}">
      <dgm:prSet/>
      <dgm:spPr/>
      <dgm:t>
        <a:bodyPr/>
        <a:lstStyle/>
        <a:p>
          <a:endParaRPr lang="en-US"/>
        </a:p>
      </dgm:t>
    </dgm:pt>
    <dgm:pt modelId="{E0E7CC59-6395-485D-BDDF-7D70DA916341}" type="sibTrans" cxnId="{B15C9459-4FD4-460E-8FBF-A38065F7BD5D}">
      <dgm:prSet/>
      <dgm:spPr/>
      <dgm:t>
        <a:bodyPr/>
        <a:lstStyle/>
        <a:p>
          <a:endParaRPr lang="en-US"/>
        </a:p>
      </dgm:t>
    </dgm:pt>
    <dgm:pt modelId="{AA6F9B11-4858-4A82-9881-9407A742996F}">
      <dgm:prSet/>
      <dgm:spPr/>
      <dgm:t>
        <a:bodyPr/>
        <a:lstStyle/>
        <a:p>
          <a:r>
            <a:rPr lang="en-US"/>
            <a:t>Self-attention: tokens 'look at' each other to build context</a:t>
          </a:r>
        </a:p>
      </dgm:t>
    </dgm:pt>
    <dgm:pt modelId="{040CED32-9FD4-4590-AD23-21CF3FFE3649}" type="parTrans" cxnId="{8112946F-2E1C-4957-AF94-214F561E796B}">
      <dgm:prSet/>
      <dgm:spPr/>
      <dgm:t>
        <a:bodyPr/>
        <a:lstStyle/>
        <a:p>
          <a:endParaRPr lang="en-US"/>
        </a:p>
      </dgm:t>
    </dgm:pt>
    <dgm:pt modelId="{39D17E48-D6CA-4557-A611-FE06983A32E3}" type="sibTrans" cxnId="{8112946F-2E1C-4957-AF94-214F561E796B}">
      <dgm:prSet/>
      <dgm:spPr/>
      <dgm:t>
        <a:bodyPr/>
        <a:lstStyle/>
        <a:p>
          <a:endParaRPr lang="en-US"/>
        </a:p>
      </dgm:t>
    </dgm:pt>
    <dgm:pt modelId="{86B047E9-D260-4945-A996-7764019275E2}">
      <dgm:prSet/>
      <dgm:spPr/>
      <dgm:t>
        <a:bodyPr/>
        <a:lstStyle/>
        <a:p>
          <a:r>
            <a:rPr lang="en-US"/>
            <a:t>Stacked layers refine understanding step by step</a:t>
          </a:r>
        </a:p>
      </dgm:t>
    </dgm:pt>
    <dgm:pt modelId="{3127E6D7-253A-4804-92BE-51DAD3ED4AE0}" type="parTrans" cxnId="{AD229FEE-5180-487D-AA12-A5F5BFF57D22}">
      <dgm:prSet/>
      <dgm:spPr/>
      <dgm:t>
        <a:bodyPr/>
        <a:lstStyle/>
        <a:p>
          <a:endParaRPr lang="en-US"/>
        </a:p>
      </dgm:t>
    </dgm:pt>
    <dgm:pt modelId="{1625E511-1F34-4515-AC7B-0C5265FDFB68}" type="sibTrans" cxnId="{AD229FEE-5180-487D-AA12-A5F5BFF57D22}">
      <dgm:prSet/>
      <dgm:spPr/>
      <dgm:t>
        <a:bodyPr/>
        <a:lstStyle/>
        <a:p>
          <a:endParaRPr lang="en-US"/>
        </a:p>
      </dgm:t>
    </dgm:pt>
    <dgm:pt modelId="{7751CEA7-E6B1-49F6-8475-0838375FACC7}">
      <dgm:prSet/>
      <dgm:spPr/>
      <dgm:t>
        <a:bodyPr/>
        <a:lstStyle/>
        <a:p>
          <a:r>
            <a:rPr lang="en-US"/>
            <a:t>4. Next-token prediction</a:t>
          </a:r>
        </a:p>
      </dgm:t>
    </dgm:pt>
    <dgm:pt modelId="{C5DF2016-653F-465E-AF77-4E26C715E657}" type="parTrans" cxnId="{90810FB9-855F-437E-829E-DBB00DD5759E}">
      <dgm:prSet/>
      <dgm:spPr/>
      <dgm:t>
        <a:bodyPr/>
        <a:lstStyle/>
        <a:p>
          <a:endParaRPr lang="en-US"/>
        </a:p>
      </dgm:t>
    </dgm:pt>
    <dgm:pt modelId="{D220BDC4-1B5E-4C38-AEB9-3A5950B7CDBC}" type="sibTrans" cxnId="{90810FB9-855F-437E-829E-DBB00DD5759E}">
      <dgm:prSet/>
      <dgm:spPr/>
      <dgm:t>
        <a:bodyPr/>
        <a:lstStyle/>
        <a:p>
          <a:endParaRPr lang="en-US"/>
        </a:p>
      </dgm:t>
    </dgm:pt>
    <dgm:pt modelId="{F49C0466-9754-4FE9-BA23-A67B88DFF659}">
      <dgm:prSet/>
      <dgm:spPr/>
      <dgm:t>
        <a:bodyPr/>
        <a:lstStyle/>
        <a:p>
          <a:r>
            <a:rPr lang="en-US"/>
            <a:t>Model outputs a probability distribution over all tokens</a:t>
          </a:r>
        </a:p>
      </dgm:t>
    </dgm:pt>
    <dgm:pt modelId="{8054EAB3-53B4-40F1-9CB8-94043D61257E}" type="parTrans" cxnId="{66AFD51A-2194-4BA1-865E-F7ABC160963D}">
      <dgm:prSet/>
      <dgm:spPr/>
      <dgm:t>
        <a:bodyPr/>
        <a:lstStyle/>
        <a:p>
          <a:endParaRPr lang="en-US"/>
        </a:p>
      </dgm:t>
    </dgm:pt>
    <dgm:pt modelId="{5A73655D-77F7-4C2A-8103-0EC4CBEF77F1}" type="sibTrans" cxnId="{66AFD51A-2194-4BA1-865E-F7ABC160963D}">
      <dgm:prSet/>
      <dgm:spPr/>
      <dgm:t>
        <a:bodyPr/>
        <a:lstStyle/>
        <a:p>
          <a:endParaRPr lang="en-US"/>
        </a:p>
      </dgm:t>
    </dgm:pt>
    <dgm:pt modelId="{B7ABB4AE-011E-4652-8412-1BCD72689F98}">
      <dgm:prSet/>
      <dgm:spPr/>
      <dgm:t>
        <a:bodyPr/>
        <a:lstStyle/>
        <a:p>
          <a:r>
            <a:rPr lang="en-US"/>
            <a:t>Temperature controls randomness: 0 = deterministic, 1 = creative</a:t>
          </a:r>
        </a:p>
      </dgm:t>
    </dgm:pt>
    <dgm:pt modelId="{BD568BEE-0CAE-4A21-BDD1-0B9767F7BD04}" type="parTrans" cxnId="{CDC6414E-45EC-4D04-A434-0E84188F9AB6}">
      <dgm:prSet/>
      <dgm:spPr/>
      <dgm:t>
        <a:bodyPr/>
        <a:lstStyle/>
        <a:p>
          <a:endParaRPr lang="en-US"/>
        </a:p>
      </dgm:t>
    </dgm:pt>
    <dgm:pt modelId="{49453FC8-11B5-4BAB-B8EC-FBCC23828216}" type="sibTrans" cxnId="{CDC6414E-45EC-4D04-A434-0E84188F9AB6}">
      <dgm:prSet/>
      <dgm:spPr/>
      <dgm:t>
        <a:bodyPr/>
        <a:lstStyle/>
        <a:p>
          <a:endParaRPr lang="en-US"/>
        </a:p>
      </dgm:t>
    </dgm:pt>
    <dgm:pt modelId="{D6F61CFC-8544-3A48-9DB5-FC5AD904C5E8}" type="pres">
      <dgm:prSet presAssocID="{D0D91375-07D8-49C6-8B2B-9F1AB869B916}" presName="Name0" presStyleCnt="0">
        <dgm:presLayoutVars>
          <dgm:dir/>
          <dgm:animLvl val="lvl"/>
          <dgm:resizeHandles val="exact"/>
        </dgm:presLayoutVars>
      </dgm:prSet>
      <dgm:spPr/>
    </dgm:pt>
    <dgm:pt modelId="{B2059D09-60BE-BD4F-B74E-C0CB9DE35089}" type="pres">
      <dgm:prSet presAssocID="{D299FB81-F8C8-44A2-BCC3-04C89CDA9898}" presName="composite" presStyleCnt="0"/>
      <dgm:spPr/>
    </dgm:pt>
    <dgm:pt modelId="{CE23E23C-94F0-F14D-853A-24D5775C59F2}" type="pres">
      <dgm:prSet presAssocID="{D299FB81-F8C8-44A2-BCC3-04C89CDA9898}" presName="parTx" presStyleLbl="alignNode1" presStyleIdx="0" presStyleCnt="4">
        <dgm:presLayoutVars>
          <dgm:chMax val="0"/>
          <dgm:chPref val="0"/>
        </dgm:presLayoutVars>
      </dgm:prSet>
      <dgm:spPr/>
    </dgm:pt>
    <dgm:pt modelId="{BBD8FEE4-2A05-3140-9980-1349FD6D5239}" type="pres">
      <dgm:prSet presAssocID="{D299FB81-F8C8-44A2-BCC3-04C89CDA9898}" presName="desTx" presStyleLbl="alignAccFollowNode1" presStyleIdx="0" presStyleCnt="4">
        <dgm:presLayoutVars/>
      </dgm:prSet>
      <dgm:spPr/>
    </dgm:pt>
    <dgm:pt modelId="{7E6D5B5F-532F-4C46-9C84-748F3342386E}" type="pres">
      <dgm:prSet presAssocID="{5C19A620-BBC9-42E4-8A54-860E8F32C09D}" presName="space" presStyleCnt="0"/>
      <dgm:spPr/>
    </dgm:pt>
    <dgm:pt modelId="{00D454EF-E657-8449-B480-EA65E8F9C10B}" type="pres">
      <dgm:prSet presAssocID="{D870107E-4EFB-4E10-B1CA-317D9E4F51FF}" presName="composite" presStyleCnt="0"/>
      <dgm:spPr/>
    </dgm:pt>
    <dgm:pt modelId="{09CC48BF-0AEF-E441-AFF2-CA5D1AF2F062}" type="pres">
      <dgm:prSet presAssocID="{D870107E-4EFB-4E10-B1CA-317D9E4F51FF}" presName="parTx" presStyleLbl="alignNode1" presStyleIdx="1" presStyleCnt="4">
        <dgm:presLayoutVars>
          <dgm:chMax val="0"/>
          <dgm:chPref val="0"/>
        </dgm:presLayoutVars>
      </dgm:prSet>
      <dgm:spPr/>
    </dgm:pt>
    <dgm:pt modelId="{4F329F48-B508-3C4C-9286-FD3A0F452F72}" type="pres">
      <dgm:prSet presAssocID="{D870107E-4EFB-4E10-B1CA-317D9E4F51FF}" presName="desTx" presStyleLbl="alignAccFollowNode1" presStyleIdx="1" presStyleCnt="4">
        <dgm:presLayoutVars/>
      </dgm:prSet>
      <dgm:spPr/>
    </dgm:pt>
    <dgm:pt modelId="{ED4E671E-19BE-4B44-B7B3-B2B430B993B9}" type="pres">
      <dgm:prSet presAssocID="{A2F67FF5-01DA-4A07-B308-14569E639F47}" presName="space" presStyleCnt="0"/>
      <dgm:spPr/>
    </dgm:pt>
    <dgm:pt modelId="{6DF35CCA-D8E0-7B4C-888A-99415644D79B}" type="pres">
      <dgm:prSet presAssocID="{3D80D5D9-5C84-4BC1-ACC8-303803A35693}" presName="composite" presStyleCnt="0"/>
      <dgm:spPr/>
    </dgm:pt>
    <dgm:pt modelId="{902453E5-29CD-E746-8F1C-59BBBA6E4035}" type="pres">
      <dgm:prSet presAssocID="{3D80D5D9-5C84-4BC1-ACC8-303803A35693}" presName="parTx" presStyleLbl="alignNode1" presStyleIdx="2" presStyleCnt="4">
        <dgm:presLayoutVars>
          <dgm:chMax val="0"/>
          <dgm:chPref val="0"/>
        </dgm:presLayoutVars>
      </dgm:prSet>
      <dgm:spPr/>
    </dgm:pt>
    <dgm:pt modelId="{939AD3C9-09A8-934A-A89F-E267B432F4C5}" type="pres">
      <dgm:prSet presAssocID="{3D80D5D9-5C84-4BC1-ACC8-303803A35693}" presName="desTx" presStyleLbl="alignAccFollowNode1" presStyleIdx="2" presStyleCnt="4">
        <dgm:presLayoutVars/>
      </dgm:prSet>
      <dgm:spPr/>
    </dgm:pt>
    <dgm:pt modelId="{35375671-F8CA-BB42-A717-D1F2491CB7A4}" type="pres">
      <dgm:prSet presAssocID="{E0E7CC59-6395-485D-BDDF-7D70DA916341}" presName="space" presStyleCnt="0"/>
      <dgm:spPr/>
    </dgm:pt>
    <dgm:pt modelId="{809DC585-8043-8348-A57E-57D7B79543D8}" type="pres">
      <dgm:prSet presAssocID="{7751CEA7-E6B1-49F6-8475-0838375FACC7}" presName="composite" presStyleCnt="0"/>
      <dgm:spPr/>
    </dgm:pt>
    <dgm:pt modelId="{6500C349-EE6D-FB42-A31F-A0A1F10CF78D}" type="pres">
      <dgm:prSet presAssocID="{7751CEA7-E6B1-49F6-8475-0838375FACC7}" presName="parTx" presStyleLbl="alignNode1" presStyleIdx="3" presStyleCnt="4">
        <dgm:presLayoutVars>
          <dgm:chMax val="0"/>
          <dgm:chPref val="0"/>
        </dgm:presLayoutVars>
      </dgm:prSet>
      <dgm:spPr/>
    </dgm:pt>
    <dgm:pt modelId="{EE217374-39D1-EC46-B5D6-5498B5B78189}" type="pres">
      <dgm:prSet presAssocID="{7751CEA7-E6B1-49F6-8475-0838375FACC7}" presName="desTx" presStyleLbl="alignAccFollowNode1" presStyleIdx="3" presStyleCnt="4">
        <dgm:presLayoutVars/>
      </dgm:prSet>
      <dgm:spPr/>
    </dgm:pt>
  </dgm:ptLst>
  <dgm:cxnLst>
    <dgm:cxn modelId="{66AFD51A-2194-4BA1-865E-F7ABC160963D}" srcId="{7751CEA7-E6B1-49F6-8475-0838375FACC7}" destId="{F49C0466-9754-4FE9-BA23-A67B88DFF659}" srcOrd="0" destOrd="0" parTransId="{8054EAB3-53B4-40F1-9CB8-94043D61257E}" sibTransId="{5A73655D-77F7-4C2A-8103-0EC4CBEF77F1}"/>
    <dgm:cxn modelId="{BAA1AD1C-DF70-1A42-BE76-FEA2CAA67E7A}" type="presOf" srcId="{F49C0466-9754-4FE9-BA23-A67B88DFF659}" destId="{EE217374-39D1-EC46-B5D6-5498B5B78189}" srcOrd="0" destOrd="0" presId="urn:microsoft.com/office/officeart/2016/7/layout/ChevronBlockProcess"/>
    <dgm:cxn modelId="{E24F6823-D64E-4262-BDEC-8047F2306D71}" srcId="{D0D91375-07D8-49C6-8B2B-9F1AB869B916}" destId="{D299FB81-F8C8-44A2-BCC3-04C89CDA9898}" srcOrd="0" destOrd="0" parTransId="{56FAD010-1054-451A-B381-EC2E5C9BF6CC}" sibTransId="{5C19A620-BBC9-42E4-8A54-860E8F32C09D}"/>
    <dgm:cxn modelId="{409B192A-8508-475A-9D53-E4F3568EDECB}" srcId="{D870107E-4EFB-4E10-B1CA-317D9E4F51FF}" destId="{901F86B9-C9E6-435B-8C4A-115448E971C7}" srcOrd="0" destOrd="0" parTransId="{03F71166-9F2F-475F-A484-719CBAA98B49}" sibTransId="{CD764FB8-3B87-4A55-B5AD-F30172B70F05}"/>
    <dgm:cxn modelId="{ABBEF032-C51A-3545-B0E1-3434E3AAE62D}" type="presOf" srcId="{AA6F9B11-4858-4A82-9881-9407A742996F}" destId="{939AD3C9-09A8-934A-A89F-E267B432F4C5}" srcOrd="0" destOrd="0" presId="urn:microsoft.com/office/officeart/2016/7/layout/ChevronBlockProcess"/>
    <dgm:cxn modelId="{05D16D34-922F-42FB-A711-B062C1A40498}" srcId="{D299FB81-F8C8-44A2-BCC3-04C89CDA9898}" destId="{0D68ED08-549C-4B55-ABF2-F5D07861FD40}" srcOrd="0" destOrd="0" parTransId="{3D2C731F-E6DD-4D1F-B8D1-6E2E4AB31000}" sibTransId="{A257440D-760E-4040-B887-BE61E377FB6D}"/>
    <dgm:cxn modelId="{BF2C103E-C08A-2E4B-9B09-6214F72025F3}" type="presOf" srcId="{901F86B9-C9E6-435B-8C4A-115448E971C7}" destId="{4F329F48-B508-3C4C-9286-FD3A0F452F72}" srcOrd="0" destOrd="0" presId="urn:microsoft.com/office/officeart/2016/7/layout/ChevronBlockProcess"/>
    <dgm:cxn modelId="{9D7C3348-546C-3547-BADC-FAD4FB2A2502}" type="presOf" srcId="{7751CEA7-E6B1-49F6-8475-0838375FACC7}" destId="{6500C349-EE6D-FB42-A31F-A0A1F10CF78D}" srcOrd="0" destOrd="0" presId="urn:microsoft.com/office/officeart/2016/7/layout/ChevronBlockProcess"/>
    <dgm:cxn modelId="{EA40454D-DB00-DA42-BA25-6078350CC61C}" type="presOf" srcId="{86B047E9-D260-4945-A996-7764019275E2}" destId="{939AD3C9-09A8-934A-A89F-E267B432F4C5}" srcOrd="0" destOrd="1" presId="urn:microsoft.com/office/officeart/2016/7/layout/ChevronBlockProcess"/>
    <dgm:cxn modelId="{CDC6414E-45EC-4D04-A434-0E84188F9AB6}" srcId="{7751CEA7-E6B1-49F6-8475-0838375FACC7}" destId="{B7ABB4AE-011E-4652-8412-1BCD72689F98}" srcOrd="1" destOrd="0" parTransId="{BD568BEE-0CAE-4A21-BDD1-0B9767F7BD04}" sibTransId="{49453FC8-11B5-4BAB-B8EC-FBCC23828216}"/>
    <dgm:cxn modelId="{7EA07351-734C-BA4B-B850-3A28EECB618A}" type="presOf" srcId="{B7ABB4AE-011E-4652-8412-1BCD72689F98}" destId="{EE217374-39D1-EC46-B5D6-5498B5B78189}" srcOrd="0" destOrd="1" presId="urn:microsoft.com/office/officeart/2016/7/layout/ChevronBlockProcess"/>
    <dgm:cxn modelId="{B15C9459-4FD4-460E-8FBF-A38065F7BD5D}" srcId="{D0D91375-07D8-49C6-8B2B-9F1AB869B916}" destId="{3D80D5D9-5C84-4BC1-ACC8-303803A35693}" srcOrd="2" destOrd="0" parTransId="{4E497ABE-729D-40D8-A6F7-97102874B890}" sibTransId="{E0E7CC59-6395-485D-BDDF-7D70DA916341}"/>
    <dgm:cxn modelId="{8112946F-2E1C-4957-AF94-214F561E796B}" srcId="{3D80D5D9-5C84-4BC1-ACC8-303803A35693}" destId="{AA6F9B11-4858-4A82-9881-9407A742996F}" srcOrd="0" destOrd="0" parTransId="{040CED32-9FD4-4590-AD23-21CF3FFE3649}" sibTransId="{39D17E48-D6CA-4557-A611-FE06983A32E3}"/>
    <dgm:cxn modelId="{2DFB407A-9A2E-3744-8148-CDBD54A60142}" type="presOf" srcId="{0D68ED08-549C-4B55-ABF2-F5D07861FD40}" destId="{BBD8FEE4-2A05-3140-9980-1349FD6D5239}" srcOrd="0" destOrd="0" presId="urn:microsoft.com/office/officeart/2016/7/layout/ChevronBlockProcess"/>
    <dgm:cxn modelId="{F9818D7A-9307-419E-A5DD-74DB1B582C7B}" srcId="{D0D91375-07D8-49C6-8B2B-9F1AB869B916}" destId="{D870107E-4EFB-4E10-B1CA-317D9E4F51FF}" srcOrd="1" destOrd="0" parTransId="{1D7112C3-3335-490A-8313-D63E71874567}" sibTransId="{A2F67FF5-01DA-4A07-B308-14569E639F47}"/>
    <dgm:cxn modelId="{984BD583-2BFC-DC42-9A08-DB149CB92657}" type="presOf" srcId="{D299FB81-F8C8-44A2-BCC3-04C89CDA9898}" destId="{CE23E23C-94F0-F14D-853A-24D5775C59F2}" srcOrd="0" destOrd="0" presId="urn:microsoft.com/office/officeart/2016/7/layout/ChevronBlockProcess"/>
    <dgm:cxn modelId="{A6474DAE-D5A4-CA49-B551-3595E5B44DCC}" type="presOf" srcId="{D0D91375-07D8-49C6-8B2B-9F1AB869B916}" destId="{D6F61CFC-8544-3A48-9DB5-FC5AD904C5E8}" srcOrd="0" destOrd="0" presId="urn:microsoft.com/office/officeart/2016/7/layout/ChevronBlockProcess"/>
    <dgm:cxn modelId="{90810FB9-855F-437E-829E-DBB00DD5759E}" srcId="{D0D91375-07D8-49C6-8B2B-9F1AB869B916}" destId="{7751CEA7-E6B1-49F6-8475-0838375FACC7}" srcOrd="3" destOrd="0" parTransId="{C5DF2016-653F-465E-AF77-4E26C715E657}" sibTransId="{D220BDC4-1B5E-4C38-AEB9-3A5950B7CDBC}"/>
    <dgm:cxn modelId="{E73E00C2-1CD8-0148-A01D-D71186CE56A0}" type="presOf" srcId="{3D80D5D9-5C84-4BC1-ACC8-303803A35693}" destId="{902453E5-29CD-E746-8F1C-59BBBA6E4035}" srcOrd="0" destOrd="0" presId="urn:microsoft.com/office/officeart/2016/7/layout/ChevronBlockProcess"/>
    <dgm:cxn modelId="{AD229FEE-5180-487D-AA12-A5F5BFF57D22}" srcId="{3D80D5D9-5C84-4BC1-ACC8-303803A35693}" destId="{86B047E9-D260-4945-A996-7764019275E2}" srcOrd="1" destOrd="0" parTransId="{3127E6D7-253A-4804-92BE-51DAD3ED4AE0}" sibTransId="{1625E511-1F34-4515-AC7B-0C5265FDFB68}"/>
    <dgm:cxn modelId="{5AACDCF1-4E34-7541-BBEB-C5391F573449}" type="presOf" srcId="{D870107E-4EFB-4E10-B1CA-317D9E4F51FF}" destId="{09CC48BF-0AEF-E441-AFF2-CA5D1AF2F062}" srcOrd="0" destOrd="0" presId="urn:microsoft.com/office/officeart/2016/7/layout/ChevronBlockProcess"/>
    <dgm:cxn modelId="{4FC0E489-165C-B84A-8E2C-B244C160437B}" type="presParOf" srcId="{D6F61CFC-8544-3A48-9DB5-FC5AD904C5E8}" destId="{B2059D09-60BE-BD4F-B74E-C0CB9DE35089}" srcOrd="0" destOrd="0" presId="urn:microsoft.com/office/officeart/2016/7/layout/ChevronBlockProcess"/>
    <dgm:cxn modelId="{09A6672D-5CC1-1A43-8FE0-999603172079}" type="presParOf" srcId="{B2059D09-60BE-BD4F-B74E-C0CB9DE35089}" destId="{CE23E23C-94F0-F14D-853A-24D5775C59F2}" srcOrd="0" destOrd="0" presId="urn:microsoft.com/office/officeart/2016/7/layout/ChevronBlockProcess"/>
    <dgm:cxn modelId="{36960AED-E3B0-0A40-986D-283859B55091}" type="presParOf" srcId="{B2059D09-60BE-BD4F-B74E-C0CB9DE35089}" destId="{BBD8FEE4-2A05-3140-9980-1349FD6D5239}" srcOrd="1" destOrd="0" presId="urn:microsoft.com/office/officeart/2016/7/layout/ChevronBlockProcess"/>
    <dgm:cxn modelId="{ABA41BB4-6955-D442-B9C5-12BA494CF328}" type="presParOf" srcId="{D6F61CFC-8544-3A48-9DB5-FC5AD904C5E8}" destId="{7E6D5B5F-532F-4C46-9C84-748F3342386E}" srcOrd="1" destOrd="0" presId="urn:microsoft.com/office/officeart/2016/7/layout/ChevronBlockProcess"/>
    <dgm:cxn modelId="{707881F6-725A-1D44-A8C7-BC50EF48537B}" type="presParOf" srcId="{D6F61CFC-8544-3A48-9DB5-FC5AD904C5E8}" destId="{00D454EF-E657-8449-B480-EA65E8F9C10B}" srcOrd="2" destOrd="0" presId="urn:microsoft.com/office/officeart/2016/7/layout/ChevronBlockProcess"/>
    <dgm:cxn modelId="{7C47D989-8FD0-A94E-B107-9F8C72454A58}" type="presParOf" srcId="{00D454EF-E657-8449-B480-EA65E8F9C10B}" destId="{09CC48BF-0AEF-E441-AFF2-CA5D1AF2F062}" srcOrd="0" destOrd="0" presId="urn:microsoft.com/office/officeart/2016/7/layout/ChevronBlockProcess"/>
    <dgm:cxn modelId="{F4CDB217-E133-6E47-ABFB-F7FC739F95AC}" type="presParOf" srcId="{00D454EF-E657-8449-B480-EA65E8F9C10B}" destId="{4F329F48-B508-3C4C-9286-FD3A0F452F72}" srcOrd="1" destOrd="0" presId="urn:microsoft.com/office/officeart/2016/7/layout/ChevronBlockProcess"/>
    <dgm:cxn modelId="{A9065A0E-4E35-784E-8197-5046600D1E4E}" type="presParOf" srcId="{D6F61CFC-8544-3A48-9DB5-FC5AD904C5E8}" destId="{ED4E671E-19BE-4B44-B7B3-B2B430B993B9}" srcOrd="3" destOrd="0" presId="urn:microsoft.com/office/officeart/2016/7/layout/ChevronBlockProcess"/>
    <dgm:cxn modelId="{5CF7BE17-A9CE-FC4C-BE55-59869BBAE541}" type="presParOf" srcId="{D6F61CFC-8544-3A48-9DB5-FC5AD904C5E8}" destId="{6DF35CCA-D8E0-7B4C-888A-99415644D79B}" srcOrd="4" destOrd="0" presId="urn:microsoft.com/office/officeart/2016/7/layout/ChevronBlockProcess"/>
    <dgm:cxn modelId="{91675424-B6A5-6940-87A7-22A05DA95BA5}" type="presParOf" srcId="{6DF35CCA-D8E0-7B4C-888A-99415644D79B}" destId="{902453E5-29CD-E746-8F1C-59BBBA6E4035}" srcOrd="0" destOrd="0" presId="urn:microsoft.com/office/officeart/2016/7/layout/ChevronBlockProcess"/>
    <dgm:cxn modelId="{E6D4A06F-D11B-484C-851D-28C420DE1ED2}" type="presParOf" srcId="{6DF35CCA-D8E0-7B4C-888A-99415644D79B}" destId="{939AD3C9-09A8-934A-A89F-E267B432F4C5}" srcOrd="1" destOrd="0" presId="urn:microsoft.com/office/officeart/2016/7/layout/ChevronBlockProcess"/>
    <dgm:cxn modelId="{5BCC56A2-E20E-D046-AAA4-15C1F97A059A}" type="presParOf" srcId="{D6F61CFC-8544-3A48-9DB5-FC5AD904C5E8}" destId="{35375671-F8CA-BB42-A717-D1F2491CB7A4}" srcOrd="5" destOrd="0" presId="urn:microsoft.com/office/officeart/2016/7/layout/ChevronBlockProcess"/>
    <dgm:cxn modelId="{6246E0D8-8B35-184B-A45D-C353A7F95C7C}" type="presParOf" srcId="{D6F61CFC-8544-3A48-9DB5-FC5AD904C5E8}" destId="{809DC585-8043-8348-A57E-57D7B79543D8}" srcOrd="6" destOrd="0" presId="urn:microsoft.com/office/officeart/2016/7/layout/ChevronBlockProcess"/>
    <dgm:cxn modelId="{D0339696-87FB-7C4A-8B86-0F5B7ACC37FB}" type="presParOf" srcId="{809DC585-8043-8348-A57E-57D7B79543D8}" destId="{6500C349-EE6D-FB42-A31F-A0A1F10CF78D}" srcOrd="0" destOrd="0" presId="urn:microsoft.com/office/officeart/2016/7/layout/ChevronBlockProcess"/>
    <dgm:cxn modelId="{0A78DEA5-12C0-7B4F-B07F-8EC1DB30CF5F}" type="presParOf" srcId="{809DC585-8043-8348-A57E-57D7B79543D8}" destId="{EE217374-39D1-EC46-B5D6-5498B5B78189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511BC0-F70F-4179-AFC2-07AB63E51E1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29A89A-9368-4531-BED9-30D8D976041C}">
      <dgm:prSet/>
      <dgm:spPr/>
      <dgm:t>
        <a:bodyPr/>
        <a:lstStyle/>
        <a:p>
          <a:r>
            <a:rPr lang="en-US"/>
            <a:t>Ollama</a:t>
          </a:r>
        </a:p>
      </dgm:t>
    </dgm:pt>
    <dgm:pt modelId="{E500A0C2-88B8-4437-AA73-428A45D6BA42}" type="parTrans" cxnId="{B5A54E15-2E39-45CC-96DA-D9B03F61E007}">
      <dgm:prSet/>
      <dgm:spPr/>
      <dgm:t>
        <a:bodyPr/>
        <a:lstStyle/>
        <a:p>
          <a:endParaRPr lang="en-US"/>
        </a:p>
      </dgm:t>
    </dgm:pt>
    <dgm:pt modelId="{2C17DD58-B5E5-4AFB-94A3-22BFE567B23A}" type="sibTrans" cxnId="{B5A54E15-2E39-45CC-96DA-D9B03F61E007}">
      <dgm:prSet/>
      <dgm:spPr/>
      <dgm:t>
        <a:bodyPr/>
        <a:lstStyle/>
        <a:p>
          <a:endParaRPr lang="en-US"/>
        </a:p>
      </dgm:t>
    </dgm:pt>
    <dgm:pt modelId="{10BBDE12-BC2D-44E4-842D-B2191642B63E}">
      <dgm:prSet/>
      <dgm:spPr/>
      <dgm:t>
        <a:bodyPr/>
        <a:lstStyle/>
        <a:p>
          <a:r>
            <a:rPr lang="en-US"/>
            <a:t>Runs LLMs locally (or on a remote server)</a:t>
          </a:r>
        </a:p>
      </dgm:t>
    </dgm:pt>
    <dgm:pt modelId="{E45FF7B3-0020-4A61-BD02-C585EB29964C}" type="parTrans" cxnId="{993E02D4-6CCB-4D04-BC2A-7FCB93AE856E}">
      <dgm:prSet/>
      <dgm:spPr/>
      <dgm:t>
        <a:bodyPr/>
        <a:lstStyle/>
        <a:p>
          <a:endParaRPr lang="en-US"/>
        </a:p>
      </dgm:t>
    </dgm:pt>
    <dgm:pt modelId="{8CAA8E56-96DE-418F-B239-5152623175C6}" type="sibTrans" cxnId="{993E02D4-6CCB-4D04-BC2A-7FCB93AE856E}">
      <dgm:prSet/>
      <dgm:spPr/>
      <dgm:t>
        <a:bodyPr/>
        <a:lstStyle/>
        <a:p>
          <a:endParaRPr lang="en-US"/>
        </a:p>
      </dgm:t>
    </dgm:pt>
    <dgm:pt modelId="{F5B44992-5AA4-45C4-81BD-CCEF85979CCC}">
      <dgm:prSet/>
      <dgm:spPr/>
      <dgm:t>
        <a:bodyPr/>
        <a:lstStyle/>
        <a:p>
          <a:r>
            <a:rPr lang="en-US"/>
            <a:t>REST API on port 11434  –  no cloud required</a:t>
          </a:r>
        </a:p>
      </dgm:t>
    </dgm:pt>
    <dgm:pt modelId="{A287797C-0CB1-4F13-A7D0-076FB5B6FE2D}" type="parTrans" cxnId="{2182261B-C3CA-4D3A-B319-740A8648E5F7}">
      <dgm:prSet/>
      <dgm:spPr/>
      <dgm:t>
        <a:bodyPr/>
        <a:lstStyle/>
        <a:p>
          <a:endParaRPr lang="en-US"/>
        </a:p>
      </dgm:t>
    </dgm:pt>
    <dgm:pt modelId="{D1A4F77B-7844-4EA5-BF50-FAE179577753}" type="sibTrans" cxnId="{2182261B-C3CA-4D3A-B319-740A8648E5F7}">
      <dgm:prSet/>
      <dgm:spPr/>
      <dgm:t>
        <a:bodyPr/>
        <a:lstStyle/>
        <a:p>
          <a:endParaRPr lang="en-US"/>
        </a:p>
      </dgm:t>
    </dgm:pt>
    <dgm:pt modelId="{1CF81418-6EA8-4816-921B-AF241760A911}">
      <dgm:prSet/>
      <dgm:spPr/>
      <dgm:t>
        <a:bodyPr/>
        <a:lstStyle/>
        <a:p>
          <a:r>
            <a:rPr lang="en-US"/>
            <a:t>Model: llama3.1:8b</a:t>
          </a:r>
        </a:p>
      </dgm:t>
    </dgm:pt>
    <dgm:pt modelId="{53AD1611-E556-4B94-851F-F237D76D5147}" type="parTrans" cxnId="{DD058AFC-8E37-4E14-8F83-750A60A567E6}">
      <dgm:prSet/>
      <dgm:spPr/>
      <dgm:t>
        <a:bodyPr/>
        <a:lstStyle/>
        <a:p>
          <a:endParaRPr lang="en-US"/>
        </a:p>
      </dgm:t>
    </dgm:pt>
    <dgm:pt modelId="{8CC18915-729F-4559-B74E-F4C095BFD554}" type="sibTrans" cxnId="{DD058AFC-8E37-4E14-8F83-750A60A567E6}">
      <dgm:prSet/>
      <dgm:spPr/>
      <dgm:t>
        <a:bodyPr/>
        <a:lstStyle/>
        <a:p>
          <a:endParaRPr lang="en-US"/>
        </a:p>
      </dgm:t>
    </dgm:pt>
    <dgm:pt modelId="{CAA661BD-F60B-4C98-AD32-15528C588828}">
      <dgm:prSet/>
      <dgm:spPr/>
      <dgm:t>
        <a:bodyPr/>
        <a:lstStyle/>
        <a:p>
          <a:r>
            <a:rPr lang="en-US"/>
            <a:t>LangChain</a:t>
          </a:r>
        </a:p>
      </dgm:t>
    </dgm:pt>
    <dgm:pt modelId="{B88B92FD-C13C-41CB-937E-0784E541664A}" type="parTrans" cxnId="{B2A3F0ED-D764-4759-801E-BA99B4C56D88}">
      <dgm:prSet/>
      <dgm:spPr/>
      <dgm:t>
        <a:bodyPr/>
        <a:lstStyle/>
        <a:p>
          <a:endParaRPr lang="en-US"/>
        </a:p>
      </dgm:t>
    </dgm:pt>
    <dgm:pt modelId="{4119FB53-6635-4B0A-A295-ED3CAAD029D5}" type="sibTrans" cxnId="{B2A3F0ED-D764-4759-801E-BA99B4C56D88}">
      <dgm:prSet/>
      <dgm:spPr/>
      <dgm:t>
        <a:bodyPr/>
        <a:lstStyle/>
        <a:p>
          <a:endParaRPr lang="en-US"/>
        </a:p>
      </dgm:t>
    </dgm:pt>
    <dgm:pt modelId="{838C72E5-34BD-4D47-A283-7AA4CE8990DA}">
      <dgm:prSet/>
      <dgm:spPr/>
      <dgm:t>
        <a:bodyPr/>
        <a:lstStyle/>
        <a:p>
          <a:r>
            <a:rPr lang="en-US"/>
            <a:t>Python framework to chain LLM calls, prompts, history, RAG</a:t>
          </a:r>
        </a:p>
      </dgm:t>
    </dgm:pt>
    <dgm:pt modelId="{0AF5A42F-0121-44BE-8E91-03DBC500D668}" type="parTrans" cxnId="{0C8EF914-8CA8-4D94-B12D-9C7BA030AD2F}">
      <dgm:prSet/>
      <dgm:spPr/>
      <dgm:t>
        <a:bodyPr/>
        <a:lstStyle/>
        <a:p>
          <a:endParaRPr lang="en-US"/>
        </a:p>
      </dgm:t>
    </dgm:pt>
    <dgm:pt modelId="{EAAA4BB9-4F67-45CB-92EC-D80C1336BE2A}" type="sibTrans" cxnId="{0C8EF914-8CA8-4D94-B12D-9C7BA030AD2F}">
      <dgm:prSet/>
      <dgm:spPr/>
      <dgm:t>
        <a:bodyPr/>
        <a:lstStyle/>
        <a:p>
          <a:endParaRPr lang="en-US"/>
        </a:p>
      </dgm:t>
    </dgm:pt>
    <dgm:pt modelId="{F6BA4C9E-CA47-41A2-9F06-223EF5459607}">
      <dgm:prSet/>
      <dgm:spPr/>
      <dgm:t>
        <a:bodyPr/>
        <a:lstStyle/>
        <a:p>
          <a:r>
            <a:rPr lang="en-US"/>
            <a:t>ChatOllama  •  ChatPromptTemplate  •  RunnableWithMessageHistory</a:t>
          </a:r>
        </a:p>
      </dgm:t>
    </dgm:pt>
    <dgm:pt modelId="{CEC6D33D-B14E-4C2D-BE36-3FED926A4D99}" type="parTrans" cxnId="{639C0D63-0F11-440F-80C6-BDD6E4739E19}">
      <dgm:prSet/>
      <dgm:spPr/>
      <dgm:t>
        <a:bodyPr/>
        <a:lstStyle/>
        <a:p>
          <a:endParaRPr lang="en-US"/>
        </a:p>
      </dgm:t>
    </dgm:pt>
    <dgm:pt modelId="{162D02DE-9C46-459B-8E8A-67F836F4F8E7}" type="sibTrans" cxnId="{639C0D63-0F11-440F-80C6-BDD6E4739E19}">
      <dgm:prSet/>
      <dgm:spPr/>
      <dgm:t>
        <a:bodyPr/>
        <a:lstStyle/>
        <a:p>
          <a:endParaRPr lang="en-US"/>
        </a:p>
      </dgm:t>
    </dgm:pt>
    <dgm:pt modelId="{5607F26F-6331-4A76-9F48-F7B1848ABBBB}">
      <dgm:prSet/>
      <dgm:spPr/>
      <dgm:t>
        <a:bodyPr/>
        <a:lstStyle/>
        <a:p>
          <a:r>
            <a:rPr lang="en-US"/>
            <a:t>Gradio</a:t>
          </a:r>
        </a:p>
      </dgm:t>
    </dgm:pt>
    <dgm:pt modelId="{79714405-DDE5-4981-93A6-B1F20FD4EF95}" type="parTrans" cxnId="{C18EB265-4299-4AF5-9807-BD5527ADD057}">
      <dgm:prSet/>
      <dgm:spPr/>
      <dgm:t>
        <a:bodyPr/>
        <a:lstStyle/>
        <a:p>
          <a:endParaRPr lang="en-US"/>
        </a:p>
      </dgm:t>
    </dgm:pt>
    <dgm:pt modelId="{406C9E99-A1D1-4601-8F0A-867D4B954C94}" type="sibTrans" cxnId="{C18EB265-4299-4AF5-9807-BD5527ADD057}">
      <dgm:prSet/>
      <dgm:spPr/>
      <dgm:t>
        <a:bodyPr/>
        <a:lstStyle/>
        <a:p>
          <a:endParaRPr lang="en-US"/>
        </a:p>
      </dgm:t>
    </dgm:pt>
    <dgm:pt modelId="{A2B9BB3B-A013-4394-BB20-8B0144228D51}">
      <dgm:prSet/>
      <dgm:spPr/>
      <dgm:t>
        <a:bodyPr/>
        <a:lstStyle/>
        <a:p>
          <a:r>
            <a:rPr lang="en-US"/>
            <a:t>Instant web UI from pure Python</a:t>
          </a:r>
        </a:p>
      </dgm:t>
    </dgm:pt>
    <dgm:pt modelId="{9F908C2E-5410-4D61-BDAE-41D3298A50B2}" type="parTrans" cxnId="{63FB2212-5BDB-495A-A5BA-36818AEEF0AB}">
      <dgm:prSet/>
      <dgm:spPr/>
      <dgm:t>
        <a:bodyPr/>
        <a:lstStyle/>
        <a:p>
          <a:endParaRPr lang="en-US"/>
        </a:p>
      </dgm:t>
    </dgm:pt>
    <dgm:pt modelId="{6EAF16B4-9BB6-4A3E-9412-4876CDC0106B}" type="sibTrans" cxnId="{63FB2212-5BDB-495A-A5BA-36818AEEF0AB}">
      <dgm:prSet/>
      <dgm:spPr/>
      <dgm:t>
        <a:bodyPr/>
        <a:lstStyle/>
        <a:p>
          <a:endParaRPr lang="en-US"/>
        </a:p>
      </dgm:t>
    </dgm:pt>
    <dgm:pt modelId="{3CE5A771-60EC-401A-A4F3-C457C36DF215}">
      <dgm:prSet/>
      <dgm:spPr/>
      <dgm:t>
        <a:bodyPr/>
        <a:lstStyle/>
        <a:p>
          <a:r>
            <a:rPr lang="en-US"/>
            <a:t>gr.Blocks, gr.Textbox, share=True for public URL</a:t>
          </a:r>
        </a:p>
      </dgm:t>
    </dgm:pt>
    <dgm:pt modelId="{46AB1A54-F655-4F4F-B6DE-A47D60A04BDB}" type="parTrans" cxnId="{8DC840B4-A0BB-495E-98F2-E1161F04E07C}">
      <dgm:prSet/>
      <dgm:spPr/>
      <dgm:t>
        <a:bodyPr/>
        <a:lstStyle/>
        <a:p>
          <a:endParaRPr lang="en-US"/>
        </a:p>
      </dgm:t>
    </dgm:pt>
    <dgm:pt modelId="{47E94880-5A10-4238-B521-C79E183F6FAA}" type="sibTrans" cxnId="{8DC840B4-A0BB-495E-98F2-E1161F04E07C}">
      <dgm:prSet/>
      <dgm:spPr/>
      <dgm:t>
        <a:bodyPr/>
        <a:lstStyle/>
        <a:p>
          <a:endParaRPr lang="en-US"/>
        </a:p>
      </dgm:t>
    </dgm:pt>
    <dgm:pt modelId="{E6DEAEDF-B77B-4327-B2DD-7E3F51A137AE}" type="pres">
      <dgm:prSet presAssocID="{C3511BC0-F70F-4179-AFC2-07AB63E51E12}" presName="root" presStyleCnt="0">
        <dgm:presLayoutVars>
          <dgm:dir/>
          <dgm:resizeHandles val="exact"/>
        </dgm:presLayoutVars>
      </dgm:prSet>
      <dgm:spPr/>
    </dgm:pt>
    <dgm:pt modelId="{BC655361-8ECA-4104-BA02-3DCC965F116E}" type="pres">
      <dgm:prSet presAssocID="{CC29A89A-9368-4531-BED9-30D8D976041C}" presName="compNode" presStyleCnt="0"/>
      <dgm:spPr/>
    </dgm:pt>
    <dgm:pt modelId="{F8333F44-43CF-4E4E-BF19-618A1F3A396D}" type="pres">
      <dgm:prSet presAssocID="{CC29A89A-9368-4531-BED9-30D8D976041C}" presName="bgRect" presStyleLbl="bgShp" presStyleIdx="0" presStyleCnt="3"/>
      <dgm:spPr/>
    </dgm:pt>
    <dgm:pt modelId="{29EB80CF-938D-45B6-AD04-22FC9D9F7009}" type="pres">
      <dgm:prSet presAssocID="{CC29A89A-9368-4531-BED9-30D8D976041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8DBF07C-0440-453B-A4E3-2FA33C6EAA83}" type="pres">
      <dgm:prSet presAssocID="{CC29A89A-9368-4531-BED9-30D8D976041C}" presName="spaceRect" presStyleCnt="0"/>
      <dgm:spPr/>
    </dgm:pt>
    <dgm:pt modelId="{192452F3-06E2-419E-A129-17228EF9D51E}" type="pres">
      <dgm:prSet presAssocID="{CC29A89A-9368-4531-BED9-30D8D976041C}" presName="parTx" presStyleLbl="revTx" presStyleIdx="0" presStyleCnt="6">
        <dgm:presLayoutVars>
          <dgm:chMax val="0"/>
          <dgm:chPref val="0"/>
        </dgm:presLayoutVars>
      </dgm:prSet>
      <dgm:spPr/>
    </dgm:pt>
    <dgm:pt modelId="{C6E959A9-3D3B-4DBA-93F6-D0D6360D4FA4}" type="pres">
      <dgm:prSet presAssocID="{CC29A89A-9368-4531-BED9-30D8D976041C}" presName="desTx" presStyleLbl="revTx" presStyleIdx="1" presStyleCnt="6">
        <dgm:presLayoutVars/>
      </dgm:prSet>
      <dgm:spPr/>
    </dgm:pt>
    <dgm:pt modelId="{039D629A-05E4-439A-94E5-B3F6CDDB40C5}" type="pres">
      <dgm:prSet presAssocID="{2C17DD58-B5E5-4AFB-94A3-22BFE567B23A}" presName="sibTrans" presStyleCnt="0"/>
      <dgm:spPr/>
    </dgm:pt>
    <dgm:pt modelId="{737842A4-C4D7-4BD7-9207-AA6936A35B03}" type="pres">
      <dgm:prSet presAssocID="{CAA661BD-F60B-4C98-AD32-15528C588828}" presName="compNode" presStyleCnt="0"/>
      <dgm:spPr/>
    </dgm:pt>
    <dgm:pt modelId="{EE855B3D-B3F6-4195-B85A-AE30AF45FA13}" type="pres">
      <dgm:prSet presAssocID="{CAA661BD-F60B-4C98-AD32-15528C588828}" presName="bgRect" presStyleLbl="bgShp" presStyleIdx="1" presStyleCnt="3"/>
      <dgm:spPr/>
    </dgm:pt>
    <dgm:pt modelId="{05681296-A208-4205-8E11-C537DA23A827}" type="pres">
      <dgm:prSet presAssocID="{CAA661BD-F60B-4C98-AD32-15528C58882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BEA5E20-4009-4E75-88F5-09B53BA62A8D}" type="pres">
      <dgm:prSet presAssocID="{CAA661BD-F60B-4C98-AD32-15528C588828}" presName="spaceRect" presStyleCnt="0"/>
      <dgm:spPr/>
    </dgm:pt>
    <dgm:pt modelId="{DE8D5D59-2108-4D09-A583-42C5FAC5DFA7}" type="pres">
      <dgm:prSet presAssocID="{CAA661BD-F60B-4C98-AD32-15528C588828}" presName="parTx" presStyleLbl="revTx" presStyleIdx="2" presStyleCnt="6">
        <dgm:presLayoutVars>
          <dgm:chMax val="0"/>
          <dgm:chPref val="0"/>
        </dgm:presLayoutVars>
      </dgm:prSet>
      <dgm:spPr/>
    </dgm:pt>
    <dgm:pt modelId="{AD874327-EF05-489C-A13A-A14E0EEE88B5}" type="pres">
      <dgm:prSet presAssocID="{CAA661BD-F60B-4C98-AD32-15528C588828}" presName="desTx" presStyleLbl="revTx" presStyleIdx="3" presStyleCnt="6">
        <dgm:presLayoutVars/>
      </dgm:prSet>
      <dgm:spPr/>
    </dgm:pt>
    <dgm:pt modelId="{C370FF65-40EA-4FCC-B117-D304EA90C662}" type="pres">
      <dgm:prSet presAssocID="{4119FB53-6635-4B0A-A295-ED3CAAD029D5}" presName="sibTrans" presStyleCnt="0"/>
      <dgm:spPr/>
    </dgm:pt>
    <dgm:pt modelId="{C1B50038-BC82-450F-958C-1A28897C40F4}" type="pres">
      <dgm:prSet presAssocID="{5607F26F-6331-4A76-9F48-F7B1848ABBBB}" presName="compNode" presStyleCnt="0"/>
      <dgm:spPr/>
    </dgm:pt>
    <dgm:pt modelId="{819B5292-FDCE-488B-A03D-776A012D8589}" type="pres">
      <dgm:prSet presAssocID="{5607F26F-6331-4A76-9F48-F7B1848ABBBB}" presName="bgRect" presStyleLbl="bgShp" presStyleIdx="2" presStyleCnt="3"/>
      <dgm:spPr/>
    </dgm:pt>
    <dgm:pt modelId="{5EE6E7CE-D7C3-4235-A5A7-84B9732F1D75}" type="pres">
      <dgm:prSet presAssocID="{5607F26F-6331-4A76-9F48-F7B1848ABBB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81206B1-6AEE-4002-A35A-2A1A12F38348}" type="pres">
      <dgm:prSet presAssocID="{5607F26F-6331-4A76-9F48-F7B1848ABBBB}" presName="spaceRect" presStyleCnt="0"/>
      <dgm:spPr/>
    </dgm:pt>
    <dgm:pt modelId="{24180FDB-807B-44DD-9C0B-6305029C75CD}" type="pres">
      <dgm:prSet presAssocID="{5607F26F-6331-4A76-9F48-F7B1848ABBBB}" presName="parTx" presStyleLbl="revTx" presStyleIdx="4" presStyleCnt="6">
        <dgm:presLayoutVars>
          <dgm:chMax val="0"/>
          <dgm:chPref val="0"/>
        </dgm:presLayoutVars>
      </dgm:prSet>
      <dgm:spPr/>
    </dgm:pt>
    <dgm:pt modelId="{E5217326-F2B3-4E8B-A472-52855B36D01C}" type="pres">
      <dgm:prSet presAssocID="{5607F26F-6331-4A76-9F48-F7B1848ABBBB}" presName="desTx" presStyleLbl="revTx" presStyleIdx="5" presStyleCnt="6">
        <dgm:presLayoutVars/>
      </dgm:prSet>
      <dgm:spPr/>
    </dgm:pt>
  </dgm:ptLst>
  <dgm:cxnLst>
    <dgm:cxn modelId="{DA8F4C0E-9C31-43BF-83A7-8D31783886B6}" type="presOf" srcId="{C3511BC0-F70F-4179-AFC2-07AB63E51E12}" destId="{E6DEAEDF-B77B-4327-B2DD-7E3F51A137AE}" srcOrd="0" destOrd="0" presId="urn:microsoft.com/office/officeart/2018/2/layout/IconVerticalSolidList"/>
    <dgm:cxn modelId="{63FB2212-5BDB-495A-A5BA-36818AEEF0AB}" srcId="{5607F26F-6331-4A76-9F48-F7B1848ABBBB}" destId="{A2B9BB3B-A013-4394-BB20-8B0144228D51}" srcOrd="0" destOrd="0" parTransId="{9F908C2E-5410-4D61-BDAE-41D3298A50B2}" sibTransId="{6EAF16B4-9BB6-4A3E-9412-4876CDC0106B}"/>
    <dgm:cxn modelId="{62754A14-FF4E-451E-8086-9A14C4B4564D}" type="presOf" srcId="{5607F26F-6331-4A76-9F48-F7B1848ABBBB}" destId="{24180FDB-807B-44DD-9C0B-6305029C75CD}" srcOrd="0" destOrd="0" presId="urn:microsoft.com/office/officeart/2018/2/layout/IconVerticalSolidList"/>
    <dgm:cxn modelId="{0C8EF914-8CA8-4D94-B12D-9C7BA030AD2F}" srcId="{CAA661BD-F60B-4C98-AD32-15528C588828}" destId="{838C72E5-34BD-4D47-A283-7AA4CE8990DA}" srcOrd="0" destOrd="0" parTransId="{0AF5A42F-0121-44BE-8E91-03DBC500D668}" sibTransId="{EAAA4BB9-4F67-45CB-92EC-D80C1336BE2A}"/>
    <dgm:cxn modelId="{B5A54E15-2E39-45CC-96DA-D9B03F61E007}" srcId="{C3511BC0-F70F-4179-AFC2-07AB63E51E12}" destId="{CC29A89A-9368-4531-BED9-30D8D976041C}" srcOrd="0" destOrd="0" parTransId="{E500A0C2-88B8-4437-AA73-428A45D6BA42}" sibTransId="{2C17DD58-B5E5-4AFB-94A3-22BFE567B23A}"/>
    <dgm:cxn modelId="{2182261B-C3CA-4D3A-B319-740A8648E5F7}" srcId="{CC29A89A-9368-4531-BED9-30D8D976041C}" destId="{F5B44992-5AA4-45C4-81BD-CCEF85979CCC}" srcOrd="1" destOrd="0" parTransId="{A287797C-0CB1-4F13-A7D0-076FB5B6FE2D}" sibTransId="{D1A4F77B-7844-4EA5-BF50-FAE179577753}"/>
    <dgm:cxn modelId="{2A622343-967E-4A32-93D8-B70FAC1C4461}" type="presOf" srcId="{838C72E5-34BD-4D47-A283-7AA4CE8990DA}" destId="{AD874327-EF05-489C-A13A-A14E0EEE88B5}" srcOrd="0" destOrd="0" presId="urn:microsoft.com/office/officeart/2018/2/layout/IconVerticalSolidList"/>
    <dgm:cxn modelId="{5B9E8C45-F98C-42D1-9BFF-EC82C9E4123A}" type="presOf" srcId="{1CF81418-6EA8-4816-921B-AF241760A911}" destId="{C6E959A9-3D3B-4DBA-93F6-D0D6360D4FA4}" srcOrd="0" destOrd="2" presId="urn:microsoft.com/office/officeart/2018/2/layout/IconVerticalSolidList"/>
    <dgm:cxn modelId="{E22E825E-824A-4032-8FEE-310D4C129C28}" type="presOf" srcId="{3CE5A771-60EC-401A-A4F3-C457C36DF215}" destId="{E5217326-F2B3-4E8B-A472-52855B36D01C}" srcOrd="0" destOrd="1" presId="urn:microsoft.com/office/officeart/2018/2/layout/IconVerticalSolidList"/>
    <dgm:cxn modelId="{639C0D63-0F11-440F-80C6-BDD6E4739E19}" srcId="{CAA661BD-F60B-4C98-AD32-15528C588828}" destId="{F6BA4C9E-CA47-41A2-9F06-223EF5459607}" srcOrd="1" destOrd="0" parTransId="{CEC6D33D-B14E-4C2D-BE36-3FED926A4D99}" sibTransId="{162D02DE-9C46-459B-8E8A-67F836F4F8E7}"/>
    <dgm:cxn modelId="{C18EB265-4299-4AF5-9807-BD5527ADD057}" srcId="{C3511BC0-F70F-4179-AFC2-07AB63E51E12}" destId="{5607F26F-6331-4A76-9F48-F7B1848ABBBB}" srcOrd="2" destOrd="0" parTransId="{79714405-DDE5-4981-93A6-B1F20FD4EF95}" sibTransId="{406C9E99-A1D1-4601-8F0A-867D4B954C94}"/>
    <dgm:cxn modelId="{88FDFC86-5038-4ADE-9A13-E54C2F3D2D99}" type="presOf" srcId="{CC29A89A-9368-4531-BED9-30D8D976041C}" destId="{192452F3-06E2-419E-A129-17228EF9D51E}" srcOrd="0" destOrd="0" presId="urn:microsoft.com/office/officeart/2018/2/layout/IconVerticalSolidList"/>
    <dgm:cxn modelId="{FA41EDAE-7677-4D0C-80D7-F4304EA7A209}" type="presOf" srcId="{CAA661BD-F60B-4C98-AD32-15528C588828}" destId="{DE8D5D59-2108-4D09-A583-42C5FAC5DFA7}" srcOrd="0" destOrd="0" presId="urn:microsoft.com/office/officeart/2018/2/layout/IconVerticalSolidList"/>
    <dgm:cxn modelId="{8DC840B4-A0BB-495E-98F2-E1161F04E07C}" srcId="{5607F26F-6331-4A76-9F48-F7B1848ABBBB}" destId="{3CE5A771-60EC-401A-A4F3-C457C36DF215}" srcOrd="1" destOrd="0" parTransId="{46AB1A54-F655-4F4F-B6DE-A47D60A04BDB}" sibTransId="{47E94880-5A10-4238-B521-C79E183F6FAA}"/>
    <dgm:cxn modelId="{D7F8FFBC-831A-4727-9248-363721921DA5}" type="presOf" srcId="{F6BA4C9E-CA47-41A2-9F06-223EF5459607}" destId="{AD874327-EF05-489C-A13A-A14E0EEE88B5}" srcOrd="0" destOrd="1" presId="urn:microsoft.com/office/officeart/2018/2/layout/IconVerticalSolidList"/>
    <dgm:cxn modelId="{0EFFB9BD-82C2-4F39-8327-DD6BEAE3145A}" type="presOf" srcId="{10BBDE12-BC2D-44E4-842D-B2191642B63E}" destId="{C6E959A9-3D3B-4DBA-93F6-D0D6360D4FA4}" srcOrd="0" destOrd="0" presId="urn:microsoft.com/office/officeart/2018/2/layout/IconVerticalSolidList"/>
    <dgm:cxn modelId="{993E02D4-6CCB-4D04-BC2A-7FCB93AE856E}" srcId="{CC29A89A-9368-4531-BED9-30D8D976041C}" destId="{10BBDE12-BC2D-44E4-842D-B2191642B63E}" srcOrd="0" destOrd="0" parTransId="{E45FF7B3-0020-4A61-BD02-C585EB29964C}" sibTransId="{8CAA8E56-96DE-418F-B239-5152623175C6}"/>
    <dgm:cxn modelId="{F3F575E3-16FE-4540-A5D6-556D590F56D6}" type="presOf" srcId="{A2B9BB3B-A013-4394-BB20-8B0144228D51}" destId="{E5217326-F2B3-4E8B-A472-52855B36D01C}" srcOrd="0" destOrd="0" presId="urn:microsoft.com/office/officeart/2018/2/layout/IconVerticalSolidList"/>
    <dgm:cxn modelId="{1996E8E5-36D5-4270-9C7F-36E7249B1299}" type="presOf" srcId="{F5B44992-5AA4-45C4-81BD-CCEF85979CCC}" destId="{C6E959A9-3D3B-4DBA-93F6-D0D6360D4FA4}" srcOrd="0" destOrd="1" presId="urn:microsoft.com/office/officeart/2018/2/layout/IconVerticalSolidList"/>
    <dgm:cxn modelId="{B2A3F0ED-D764-4759-801E-BA99B4C56D88}" srcId="{C3511BC0-F70F-4179-AFC2-07AB63E51E12}" destId="{CAA661BD-F60B-4C98-AD32-15528C588828}" srcOrd="1" destOrd="0" parTransId="{B88B92FD-C13C-41CB-937E-0784E541664A}" sibTransId="{4119FB53-6635-4B0A-A295-ED3CAAD029D5}"/>
    <dgm:cxn modelId="{DD058AFC-8E37-4E14-8F83-750A60A567E6}" srcId="{CC29A89A-9368-4531-BED9-30D8D976041C}" destId="{1CF81418-6EA8-4816-921B-AF241760A911}" srcOrd="2" destOrd="0" parTransId="{53AD1611-E556-4B94-851F-F237D76D5147}" sibTransId="{8CC18915-729F-4559-B74E-F4C095BFD554}"/>
    <dgm:cxn modelId="{17CBE2C1-EF69-4CC5-9ED3-9D56926A2303}" type="presParOf" srcId="{E6DEAEDF-B77B-4327-B2DD-7E3F51A137AE}" destId="{BC655361-8ECA-4104-BA02-3DCC965F116E}" srcOrd="0" destOrd="0" presId="urn:microsoft.com/office/officeart/2018/2/layout/IconVerticalSolidList"/>
    <dgm:cxn modelId="{ECA974FA-6AF2-4393-A751-2B48BDA880A0}" type="presParOf" srcId="{BC655361-8ECA-4104-BA02-3DCC965F116E}" destId="{F8333F44-43CF-4E4E-BF19-618A1F3A396D}" srcOrd="0" destOrd="0" presId="urn:microsoft.com/office/officeart/2018/2/layout/IconVerticalSolidList"/>
    <dgm:cxn modelId="{4305D5D1-E9A4-4720-81C2-F8D53B70837B}" type="presParOf" srcId="{BC655361-8ECA-4104-BA02-3DCC965F116E}" destId="{29EB80CF-938D-45B6-AD04-22FC9D9F7009}" srcOrd="1" destOrd="0" presId="urn:microsoft.com/office/officeart/2018/2/layout/IconVerticalSolidList"/>
    <dgm:cxn modelId="{2686F8D9-2D6A-410D-B996-26E0ECAD156B}" type="presParOf" srcId="{BC655361-8ECA-4104-BA02-3DCC965F116E}" destId="{68DBF07C-0440-453B-A4E3-2FA33C6EAA83}" srcOrd="2" destOrd="0" presId="urn:microsoft.com/office/officeart/2018/2/layout/IconVerticalSolidList"/>
    <dgm:cxn modelId="{5016E3B1-CC0F-4D11-8DF5-13683C8AE3F8}" type="presParOf" srcId="{BC655361-8ECA-4104-BA02-3DCC965F116E}" destId="{192452F3-06E2-419E-A129-17228EF9D51E}" srcOrd="3" destOrd="0" presId="urn:microsoft.com/office/officeart/2018/2/layout/IconVerticalSolidList"/>
    <dgm:cxn modelId="{4161D43D-9F92-4486-A924-7C11EA4CD7DA}" type="presParOf" srcId="{BC655361-8ECA-4104-BA02-3DCC965F116E}" destId="{C6E959A9-3D3B-4DBA-93F6-D0D6360D4FA4}" srcOrd="4" destOrd="0" presId="urn:microsoft.com/office/officeart/2018/2/layout/IconVerticalSolidList"/>
    <dgm:cxn modelId="{97144F37-03E7-4F95-92B5-BA3AD61E297B}" type="presParOf" srcId="{E6DEAEDF-B77B-4327-B2DD-7E3F51A137AE}" destId="{039D629A-05E4-439A-94E5-B3F6CDDB40C5}" srcOrd="1" destOrd="0" presId="urn:microsoft.com/office/officeart/2018/2/layout/IconVerticalSolidList"/>
    <dgm:cxn modelId="{89DD90B5-1923-46F9-8863-B2391586C786}" type="presParOf" srcId="{E6DEAEDF-B77B-4327-B2DD-7E3F51A137AE}" destId="{737842A4-C4D7-4BD7-9207-AA6936A35B03}" srcOrd="2" destOrd="0" presId="urn:microsoft.com/office/officeart/2018/2/layout/IconVerticalSolidList"/>
    <dgm:cxn modelId="{D13ED3B7-E20B-45FF-AFCC-FC6A0A6D451F}" type="presParOf" srcId="{737842A4-C4D7-4BD7-9207-AA6936A35B03}" destId="{EE855B3D-B3F6-4195-B85A-AE30AF45FA13}" srcOrd="0" destOrd="0" presId="urn:microsoft.com/office/officeart/2018/2/layout/IconVerticalSolidList"/>
    <dgm:cxn modelId="{980033C6-87C0-4BE5-B483-F28DA76D97F4}" type="presParOf" srcId="{737842A4-C4D7-4BD7-9207-AA6936A35B03}" destId="{05681296-A208-4205-8E11-C537DA23A827}" srcOrd="1" destOrd="0" presId="urn:microsoft.com/office/officeart/2018/2/layout/IconVerticalSolidList"/>
    <dgm:cxn modelId="{0FE72437-CB40-4B47-B76E-A7107A922B6C}" type="presParOf" srcId="{737842A4-C4D7-4BD7-9207-AA6936A35B03}" destId="{9BEA5E20-4009-4E75-88F5-09B53BA62A8D}" srcOrd="2" destOrd="0" presId="urn:microsoft.com/office/officeart/2018/2/layout/IconVerticalSolidList"/>
    <dgm:cxn modelId="{62C458BC-05BC-4353-A9C6-312D06A48CF8}" type="presParOf" srcId="{737842A4-C4D7-4BD7-9207-AA6936A35B03}" destId="{DE8D5D59-2108-4D09-A583-42C5FAC5DFA7}" srcOrd="3" destOrd="0" presId="urn:microsoft.com/office/officeart/2018/2/layout/IconVerticalSolidList"/>
    <dgm:cxn modelId="{7DE56E0E-3C81-41F7-B2E0-900140F0DCC8}" type="presParOf" srcId="{737842A4-C4D7-4BD7-9207-AA6936A35B03}" destId="{AD874327-EF05-489C-A13A-A14E0EEE88B5}" srcOrd="4" destOrd="0" presId="urn:microsoft.com/office/officeart/2018/2/layout/IconVerticalSolidList"/>
    <dgm:cxn modelId="{268CA731-2242-46FD-91DD-AEF6CAC23F78}" type="presParOf" srcId="{E6DEAEDF-B77B-4327-B2DD-7E3F51A137AE}" destId="{C370FF65-40EA-4FCC-B117-D304EA90C662}" srcOrd="3" destOrd="0" presId="urn:microsoft.com/office/officeart/2018/2/layout/IconVerticalSolidList"/>
    <dgm:cxn modelId="{92ACAAB3-2658-4158-BE49-110B276C2FB7}" type="presParOf" srcId="{E6DEAEDF-B77B-4327-B2DD-7E3F51A137AE}" destId="{C1B50038-BC82-450F-958C-1A28897C40F4}" srcOrd="4" destOrd="0" presId="urn:microsoft.com/office/officeart/2018/2/layout/IconVerticalSolidList"/>
    <dgm:cxn modelId="{2A09308C-7E2F-4F65-A2DC-39E800073DFE}" type="presParOf" srcId="{C1B50038-BC82-450F-958C-1A28897C40F4}" destId="{819B5292-FDCE-488B-A03D-776A012D8589}" srcOrd="0" destOrd="0" presId="urn:microsoft.com/office/officeart/2018/2/layout/IconVerticalSolidList"/>
    <dgm:cxn modelId="{177965F4-41D9-4356-9A71-9BE631D813A5}" type="presParOf" srcId="{C1B50038-BC82-450F-958C-1A28897C40F4}" destId="{5EE6E7CE-D7C3-4235-A5A7-84B9732F1D75}" srcOrd="1" destOrd="0" presId="urn:microsoft.com/office/officeart/2018/2/layout/IconVerticalSolidList"/>
    <dgm:cxn modelId="{DACBC53C-9940-4AAB-BD14-090B4A56F3BC}" type="presParOf" srcId="{C1B50038-BC82-450F-958C-1A28897C40F4}" destId="{E81206B1-6AEE-4002-A35A-2A1A12F38348}" srcOrd="2" destOrd="0" presId="urn:microsoft.com/office/officeart/2018/2/layout/IconVerticalSolidList"/>
    <dgm:cxn modelId="{8B51655B-CAF1-4D33-97D6-42CBAEC1946D}" type="presParOf" srcId="{C1B50038-BC82-450F-958C-1A28897C40F4}" destId="{24180FDB-807B-44DD-9C0B-6305029C75CD}" srcOrd="3" destOrd="0" presId="urn:microsoft.com/office/officeart/2018/2/layout/IconVerticalSolidList"/>
    <dgm:cxn modelId="{F09882A4-00F5-4A11-A522-A6E9CD74D5D3}" type="presParOf" srcId="{C1B50038-BC82-450F-958C-1A28897C40F4}" destId="{E5217326-F2B3-4E8B-A472-52855B36D01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BB15B31-2F90-497B-AC1D-A8E8C48CB82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C6CB8E-D4DF-4748-BDF4-8435D8A4EE96}">
      <dgm:prSet/>
      <dgm:spPr/>
      <dgm:t>
        <a:bodyPr/>
        <a:lstStyle/>
        <a:p>
          <a:r>
            <a:rPr lang="en-US"/>
            <a:t>Step 1  Direct LLM call – no state, no persona</a:t>
          </a:r>
        </a:p>
      </dgm:t>
    </dgm:pt>
    <dgm:pt modelId="{B6B51ED7-DAB1-4F08-83AA-91A4C81B22F2}" type="parTrans" cxnId="{2BFF15F1-58EC-49F6-B90C-8978EFBD9504}">
      <dgm:prSet/>
      <dgm:spPr/>
      <dgm:t>
        <a:bodyPr/>
        <a:lstStyle/>
        <a:p>
          <a:endParaRPr lang="en-US"/>
        </a:p>
      </dgm:t>
    </dgm:pt>
    <dgm:pt modelId="{1E6700F0-A7C9-4B85-944F-95A49A775EBF}" type="sibTrans" cxnId="{2BFF15F1-58EC-49F6-B90C-8978EFBD9504}">
      <dgm:prSet/>
      <dgm:spPr/>
      <dgm:t>
        <a:bodyPr/>
        <a:lstStyle/>
        <a:p>
          <a:endParaRPr lang="en-US"/>
        </a:p>
      </dgm:t>
    </dgm:pt>
    <dgm:pt modelId="{BCF4931B-2946-4AE5-87C6-839548A54AD1}">
      <dgm:prSet/>
      <dgm:spPr/>
      <dgm:t>
        <a:bodyPr/>
        <a:lstStyle/>
        <a:p>
          <a:r>
            <a:rPr lang="en-US"/>
            <a:t>Step 2  System prompt – persona, tone, constraints</a:t>
          </a:r>
        </a:p>
      </dgm:t>
    </dgm:pt>
    <dgm:pt modelId="{1ACA9549-D464-4213-B8E0-15496B6F34CD}" type="parTrans" cxnId="{32B8BEFF-0997-46CC-A564-3B55010D74D3}">
      <dgm:prSet/>
      <dgm:spPr/>
      <dgm:t>
        <a:bodyPr/>
        <a:lstStyle/>
        <a:p>
          <a:endParaRPr lang="en-US"/>
        </a:p>
      </dgm:t>
    </dgm:pt>
    <dgm:pt modelId="{92BC293C-F524-45C3-BE79-DF8EDE549D69}" type="sibTrans" cxnId="{32B8BEFF-0997-46CC-A564-3B55010D74D3}">
      <dgm:prSet/>
      <dgm:spPr/>
      <dgm:t>
        <a:bodyPr/>
        <a:lstStyle/>
        <a:p>
          <a:endParaRPr lang="en-US"/>
        </a:p>
      </dgm:t>
    </dgm:pt>
    <dgm:pt modelId="{6480264B-47CB-4315-B6E2-82D39356A794}">
      <dgm:prSet/>
      <dgm:spPr/>
      <dgm:t>
        <a:bodyPr/>
        <a:lstStyle/>
        <a:p>
          <a:r>
            <a:rPr lang="en-US"/>
            <a:t>Step 3  Conversation history – multi-turn context</a:t>
          </a:r>
        </a:p>
      </dgm:t>
    </dgm:pt>
    <dgm:pt modelId="{84696CE0-7C7B-411C-95CC-76E16A271C64}" type="parTrans" cxnId="{C9B4CAEC-F1CB-48F2-A359-E6AC54E80F8D}">
      <dgm:prSet/>
      <dgm:spPr/>
      <dgm:t>
        <a:bodyPr/>
        <a:lstStyle/>
        <a:p>
          <a:endParaRPr lang="en-US"/>
        </a:p>
      </dgm:t>
    </dgm:pt>
    <dgm:pt modelId="{22A14DB2-1B17-4A4F-9200-A8295DAD7EF7}" type="sibTrans" cxnId="{C9B4CAEC-F1CB-48F2-A359-E6AC54E80F8D}">
      <dgm:prSet/>
      <dgm:spPr/>
      <dgm:t>
        <a:bodyPr/>
        <a:lstStyle/>
        <a:p>
          <a:endParaRPr lang="en-US"/>
        </a:p>
      </dgm:t>
    </dgm:pt>
    <dgm:pt modelId="{28B26BF7-7518-4B16-B072-42326A1E0A3E}">
      <dgm:prSet/>
      <dgm:spPr/>
      <dgm:t>
        <a:bodyPr/>
        <a:lstStyle/>
        <a:p>
          <a:r>
            <a:rPr lang="en-US"/>
            <a:t>Step 4  History summarization – unlimited conversation length</a:t>
          </a:r>
        </a:p>
      </dgm:t>
    </dgm:pt>
    <dgm:pt modelId="{DB0CB2F9-A234-4D27-BE05-F64A4B8F23CA}" type="parTrans" cxnId="{4931194D-144D-46A2-81F2-16A8297DB65A}">
      <dgm:prSet/>
      <dgm:spPr/>
      <dgm:t>
        <a:bodyPr/>
        <a:lstStyle/>
        <a:p>
          <a:endParaRPr lang="en-US"/>
        </a:p>
      </dgm:t>
    </dgm:pt>
    <dgm:pt modelId="{3B0A109C-FA62-487D-8300-6EA2B9EE41C0}" type="sibTrans" cxnId="{4931194D-144D-46A2-81F2-16A8297DB65A}">
      <dgm:prSet/>
      <dgm:spPr/>
      <dgm:t>
        <a:bodyPr/>
        <a:lstStyle/>
        <a:p>
          <a:endParaRPr lang="en-US"/>
        </a:p>
      </dgm:t>
    </dgm:pt>
    <dgm:pt modelId="{34503FDD-5A9F-44A6-B3FE-C3890EAA111C}">
      <dgm:prSet/>
      <dgm:spPr/>
      <dgm:t>
        <a:bodyPr/>
        <a:lstStyle/>
        <a:p>
          <a:r>
            <a:rPr lang="en-US"/>
            <a:t>Step 5  RAG – inject domain knowledge at query time</a:t>
          </a:r>
        </a:p>
      </dgm:t>
    </dgm:pt>
    <dgm:pt modelId="{F121B90A-116A-4B5C-883C-1966C1DBC4A2}" type="parTrans" cxnId="{67D63B25-556B-4265-8BDF-681FE6CE4627}">
      <dgm:prSet/>
      <dgm:spPr/>
      <dgm:t>
        <a:bodyPr/>
        <a:lstStyle/>
        <a:p>
          <a:endParaRPr lang="en-US"/>
        </a:p>
      </dgm:t>
    </dgm:pt>
    <dgm:pt modelId="{4F444C85-44B2-442E-8C28-5FBD3F7F5EEA}" type="sibTrans" cxnId="{67D63B25-556B-4265-8BDF-681FE6CE4627}">
      <dgm:prSet/>
      <dgm:spPr/>
      <dgm:t>
        <a:bodyPr/>
        <a:lstStyle/>
        <a:p>
          <a:endParaRPr lang="en-US"/>
        </a:p>
      </dgm:t>
    </dgm:pt>
    <dgm:pt modelId="{500C1F48-75F8-4123-A259-7EE832A0C8F0}">
      <dgm:prSet/>
      <dgm:spPr/>
      <dgm:t>
        <a:bodyPr/>
        <a:lstStyle/>
        <a:p>
          <a:r>
            <a:rPr lang="en-US"/>
            <a:t>Step 6  Dynamic extensions – live data (time, weather, DB…)</a:t>
          </a:r>
        </a:p>
      </dgm:t>
    </dgm:pt>
    <dgm:pt modelId="{4F39F9E2-DDD8-4404-B70A-AF5872548BC0}" type="parTrans" cxnId="{0824FA3A-FF0F-412A-982B-6CA3BDDA8948}">
      <dgm:prSet/>
      <dgm:spPr/>
      <dgm:t>
        <a:bodyPr/>
        <a:lstStyle/>
        <a:p>
          <a:endParaRPr lang="en-US"/>
        </a:p>
      </dgm:t>
    </dgm:pt>
    <dgm:pt modelId="{C355C334-544D-417E-96D6-3C19E812FBAE}" type="sibTrans" cxnId="{0824FA3A-FF0F-412A-982B-6CA3BDDA8948}">
      <dgm:prSet/>
      <dgm:spPr/>
      <dgm:t>
        <a:bodyPr/>
        <a:lstStyle/>
        <a:p>
          <a:endParaRPr lang="en-US"/>
        </a:p>
      </dgm:t>
    </dgm:pt>
    <dgm:pt modelId="{D406EB79-9607-4C21-AC44-75ACF5D7AEBA}">
      <dgm:prSet/>
      <dgm:spPr/>
      <dgm:t>
        <a:bodyPr/>
        <a:lstStyle/>
        <a:p>
          <a:r>
            <a:rPr lang="en-US"/>
            <a:t>Step 7  Mood – persistent emotional state in the system prompt</a:t>
          </a:r>
        </a:p>
      </dgm:t>
    </dgm:pt>
    <dgm:pt modelId="{5C076BCE-8A8F-4277-BD53-B6F8D4115189}" type="parTrans" cxnId="{4D348101-BEF3-411F-8A6E-4706472BCFEA}">
      <dgm:prSet/>
      <dgm:spPr/>
      <dgm:t>
        <a:bodyPr/>
        <a:lstStyle/>
        <a:p>
          <a:endParaRPr lang="en-US"/>
        </a:p>
      </dgm:t>
    </dgm:pt>
    <dgm:pt modelId="{4073E3FE-9562-4C8F-9046-28DBBDF42F3F}" type="sibTrans" cxnId="{4D348101-BEF3-411F-8A6E-4706472BCFEA}">
      <dgm:prSet/>
      <dgm:spPr/>
      <dgm:t>
        <a:bodyPr/>
        <a:lstStyle/>
        <a:p>
          <a:endParaRPr lang="en-US"/>
        </a:p>
      </dgm:t>
    </dgm:pt>
    <dgm:pt modelId="{073876FE-AC05-482E-942D-C5461C197249}" type="pres">
      <dgm:prSet presAssocID="{DBB15B31-2F90-497B-AC1D-A8E8C48CB823}" presName="root" presStyleCnt="0">
        <dgm:presLayoutVars>
          <dgm:dir/>
          <dgm:resizeHandles val="exact"/>
        </dgm:presLayoutVars>
      </dgm:prSet>
      <dgm:spPr/>
    </dgm:pt>
    <dgm:pt modelId="{0B93685A-2ABC-4E33-BB5E-E222329DE1A1}" type="pres">
      <dgm:prSet presAssocID="{F0C6CB8E-D4DF-4748-BDF4-8435D8A4EE96}" presName="compNode" presStyleCnt="0"/>
      <dgm:spPr/>
    </dgm:pt>
    <dgm:pt modelId="{AD430C37-5D6F-4C77-8244-4696C3BD2158}" type="pres">
      <dgm:prSet presAssocID="{F0C6CB8E-D4DF-4748-BDF4-8435D8A4EE96}" presName="bgRect" presStyleLbl="bgShp" presStyleIdx="0" presStyleCnt="7"/>
      <dgm:spPr/>
    </dgm:pt>
    <dgm:pt modelId="{C751A199-A3C2-4FF0-905D-81EFEEC49B11}" type="pres">
      <dgm:prSet presAssocID="{F0C6CB8E-D4DF-4748-BDF4-8435D8A4EE96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"/>
        </a:ext>
      </dgm:extLst>
    </dgm:pt>
    <dgm:pt modelId="{4FDF1EEB-D349-433A-82E3-81709F78E317}" type="pres">
      <dgm:prSet presAssocID="{F0C6CB8E-D4DF-4748-BDF4-8435D8A4EE96}" presName="spaceRect" presStyleCnt="0"/>
      <dgm:spPr/>
    </dgm:pt>
    <dgm:pt modelId="{EEBEC0D4-905D-4C67-A13C-AF43876ECAF4}" type="pres">
      <dgm:prSet presAssocID="{F0C6CB8E-D4DF-4748-BDF4-8435D8A4EE96}" presName="parTx" presStyleLbl="revTx" presStyleIdx="0" presStyleCnt="7">
        <dgm:presLayoutVars>
          <dgm:chMax val="0"/>
          <dgm:chPref val="0"/>
        </dgm:presLayoutVars>
      </dgm:prSet>
      <dgm:spPr/>
    </dgm:pt>
    <dgm:pt modelId="{C083A672-2C41-43AE-867D-3A1CED3988B4}" type="pres">
      <dgm:prSet presAssocID="{1E6700F0-A7C9-4B85-944F-95A49A775EBF}" presName="sibTrans" presStyleCnt="0"/>
      <dgm:spPr/>
    </dgm:pt>
    <dgm:pt modelId="{C96FD816-1711-4AF7-8B12-D08813C00109}" type="pres">
      <dgm:prSet presAssocID="{BCF4931B-2946-4AE5-87C6-839548A54AD1}" presName="compNode" presStyleCnt="0"/>
      <dgm:spPr/>
    </dgm:pt>
    <dgm:pt modelId="{9FC2E4E3-6849-4B90-8398-0DA3F432A2E4}" type="pres">
      <dgm:prSet presAssocID="{BCF4931B-2946-4AE5-87C6-839548A54AD1}" presName="bgRect" presStyleLbl="bgShp" presStyleIdx="1" presStyleCnt="7"/>
      <dgm:spPr/>
    </dgm:pt>
    <dgm:pt modelId="{7592B00F-D738-47DD-8478-177BEB5C135E}" type="pres">
      <dgm:prSet presAssocID="{BCF4931B-2946-4AE5-87C6-839548A54AD1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F7E5BC1D-8D9A-4B6B-924A-0FC54703C878}" type="pres">
      <dgm:prSet presAssocID="{BCF4931B-2946-4AE5-87C6-839548A54AD1}" presName="spaceRect" presStyleCnt="0"/>
      <dgm:spPr/>
    </dgm:pt>
    <dgm:pt modelId="{01A9E5F8-3AA4-4B89-949D-4D9E26C28C36}" type="pres">
      <dgm:prSet presAssocID="{BCF4931B-2946-4AE5-87C6-839548A54AD1}" presName="parTx" presStyleLbl="revTx" presStyleIdx="1" presStyleCnt="7">
        <dgm:presLayoutVars>
          <dgm:chMax val="0"/>
          <dgm:chPref val="0"/>
        </dgm:presLayoutVars>
      </dgm:prSet>
      <dgm:spPr/>
    </dgm:pt>
    <dgm:pt modelId="{28ADC627-2756-4CB4-A527-CADABE138E98}" type="pres">
      <dgm:prSet presAssocID="{92BC293C-F524-45C3-BE79-DF8EDE549D69}" presName="sibTrans" presStyleCnt="0"/>
      <dgm:spPr/>
    </dgm:pt>
    <dgm:pt modelId="{FFCDCA8D-48FC-40C0-9537-25B1BCA2CFC9}" type="pres">
      <dgm:prSet presAssocID="{6480264B-47CB-4315-B6E2-82D39356A794}" presName="compNode" presStyleCnt="0"/>
      <dgm:spPr/>
    </dgm:pt>
    <dgm:pt modelId="{0B6B7CB7-D070-420D-B031-0BB8C947D06E}" type="pres">
      <dgm:prSet presAssocID="{6480264B-47CB-4315-B6E2-82D39356A794}" presName="bgRect" presStyleLbl="bgShp" presStyleIdx="2" presStyleCnt="7"/>
      <dgm:spPr/>
    </dgm:pt>
    <dgm:pt modelId="{F0B8B24D-9335-4C98-9ADB-6F2DAC008492}" type="pres">
      <dgm:prSet presAssocID="{6480264B-47CB-4315-B6E2-82D39356A794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A446B44-632F-4489-9539-F9B547E0B7E4}" type="pres">
      <dgm:prSet presAssocID="{6480264B-47CB-4315-B6E2-82D39356A794}" presName="spaceRect" presStyleCnt="0"/>
      <dgm:spPr/>
    </dgm:pt>
    <dgm:pt modelId="{9C81A0EB-DE42-4351-B82C-C9BA679E278A}" type="pres">
      <dgm:prSet presAssocID="{6480264B-47CB-4315-B6E2-82D39356A794}" presName="parTx" presStyleLbl="revTx" presStyleIdx="2" presStyleCnt="7">
        <dgm:presLayoutVars>
          <dgm:chMax val="0"/>
          <dgm:chPref val="0"/>
        </dgm:presLayoutVars>
      </dgm:prSet>
      <dgm:spPr/>
    </dgm:pt>
    <dgm:pt modelId="{F00DB596-C37D-4B9E-86E7-EBA60C919A7A}" type="pres">
      <dgm:prSet presAssocID="{22A14DB2-1B17-4A4F-9200-A8295DAD7EF7}" presName="sibTrans" presStyleCnt="0"/>
      <dgm:spPr/>
    </dgm:pt>
    <dgm:pt modelId="{B1566AF0-0552-4571-A2A4-B6A12DE640C1}" type="pres">
      <dgm:prSet presAssocID="{28B26BF7-7518-4B16-B072-42326A1E0A3E}" presName="compNode" presStyleCnt="0"/>
      <dgm:spPr/>
    </dgm:pt>
    <dgm:pt modelId="{8C66027F-48E1-4C6D-84CA-31956318EAC5}" type="pres">
      <dgm:prSet presAssocID="{28B26BF7-7518-4B16-B072-42326A1E0A3E}" presName="bgRect" presStyleLbl="bgShp" presStyleIdx="3" presStyleCnt="7"/>
      <dgm:spPr/>
    </dgm:pt>
    <dgm:pt modelId="{5765DF88-38B9-4711-A5B7-5145AB75FD86}" type="pres">
      <dgm:prSet presAssocID="{28B26BF7-7518-4B16-B072-42326A1E0A3E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41D52BA3-51C2-406A-AE25-DE29E230B640}" type="pres">
      <dgm:prSet presAssocID="{28B26BF7-7518-4B16-B072-42326A1E0A3E}" presName="spaceRect" presStyleCnt="0"/>
      <dgm:spPr/>
    </dgm:pt>
    <dgm:pt modelId="{5AC52E3A-5169-47B7-83B6-31ACFD218A5B}" type="pres">
      <dgm:prSet presAssocID="{28B26BF7-7518-4B16-B072-42326A1E0A3E}" presName="parTx" presStyleLbl="revTx" presStyleIdx="3" presStyleCnt="7">
        <dgm:presLayoutVars>
          <dgm:chMax val="0"/>
          <dgm:chPref val="0"/>
        </dgm:presLayoutVars>
      </dgm:prSet>
      <dgm:spPr/>
    </dgm:pt>
    <dgm:pt modelId="{86DDC3A8-584A-46B8-A999-64DFB62D70C3}" type="pres">
      <dgm:prSet presAssocID="{3B0A109C-FA62-487D-8300-6EA2B9EE41C0}" presName="sibTrans" presStyleCnt="0"/>
      <dgm:spPr/>
    </dgm:pt>
    <dgm:pt modelId="{94A18B8B-2BF4-4DEF-8F31-14638F05A4AD}" type="pres">
      <dgm:prSet presAssocID="{34503FDD-5A9F-44A6-B3FE-C3890EAA111C}" presName="compNode" presStyleCnt="0"/>
      <dgm:spPr/>
    </dgm:pt>
    <dgm:pt modelId="{0AB0FAD9-3F2B-4BB7-97CD-049B64B82D60}" type="pres">
      <dgm:prSet presAssocID="{34503FDD-5A9F-44A6-B3FE-C3890EAA111C}" presName="bgRect" presStyleLbl="bgShp" presStyleIdx="4" presStyleCnt="7"/>
      <dgm:spPr/>
    </dgm:pt>
    <dgm:pt modelId="{2F27386C-5816-4C2C-A5DC-1B9265F4D92F}" type="pres">
      <dgm:prSet presAssocID="{34503FDD-5A9F-44A6-B3FE-C3890EAA111C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rysa"/>
        </a:ext>
      </dgm:extLst>
    </dgm:pt>
    <dgm:pt modelId="{A444FEB0-CEC3-4333-ABEB-5BBBB1C26A75}" type="pres">
      <dgm:prSet presAssocID="{34503FDD-5A9F-44A6-B3FE-C3890EAA111C}" presName="spaceRect" presStyleCnt="0"/>
      <dgm:spPr/>
    </dgm:pt>
    <dgm:pt modelId="{20B9FC77-34C9-4C7E-9175-57B9BBBCBB86}" type="pres">
      <dgm:prSet presAssocID="{34503FDD-5A9F-44A6-B3FE-C3890EAA111C}" presName="parTx" presStyleLbl="revTx" presStyleIdx="4" presStyleCnt="7">
        <dgm:presLayoutVars>
          <dgm:chMax val="0"/>
          <dgm:chPref val="0"/>
        </dgm:presLayoutVars>
      </dgm:prSet>
      <dgm:spPr/>
    </dgm:pt>
    <dgm:pt modelId="{785CBD74-DE15-484C-ABCF-A550D5DF61A6}" type="pres">
      <dgm:prSet presAssocID="{4F444C85-44B2-442E-8C28-5FBD3F7F5EEA}" presName="sibTrans" presStyleCnt="0"/>
      <dgm:spPr/>
    </dgm:pt>
    <dgm:pt modelId="{E372B6C1-39BE-4120-A79B-CE0166BEB972}" type="pres">
      <dgm:prSet presAssocID="{500C1F48-75F8-4123-A259-7EE832A0C8F0}" presName="compNode" presStyleCnt="0"/>
      <dgm:spPr/>
    </dgm:pt>
    <dgm:pt modelId="{6B3BF5B7-71E2-4518-9BA4-392499F2BEBB}" type="pres">
      <dgm:prSet presAssocID="{500C1F48-75F8-4123-A259-7EE832A0C8F0}" presName="bgRect" presStyleLbl="bgShp" presStyleIdx="5" presStyleCnt="7"/>
      <dgm:spPr/>
    </dgm:pt>
    <dgm:pt modelId="{3797D8DC-5A60-49AF-8358-2F412C0D1F04}" type="pres">
      <dgm:prSet presAssocID="{500C1F48-75F8-4123-A259-7EE832A0C8F0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or"/>
        </a:ext>
      </dgm:extLst>
    </dgm:pt>
    <dgm:pt modelId="{3E3FDAD5-90FB-446D-848C-9315515FD0EF}" type="pres">
      <dgm:prSet presAssocID="{500C1F48-75F8-4123-A259-7EE832A0C8F0}" presName="spaceRect" presStyleCnt="0"/>
      <dgm:spPr/>
    </dgm:pt>
    <dgm:pt modelId="{DD9D464B-EE2B-4849-AE13-1C05670162FE}" type="pres">
      <dgm:prSet presAssocID="{500C1F48-75F8-4123-A259-7EE832A0C8F0}" presName="parTx" presStyleLbl="revTx" presStyleIdx="5" presStyleCnt="7">
        <dgm:presLayoutVars>
          <dgm:chMax val="0"/>
          <dgm:chPref val="0"/>
        </dgm:presLayoutVars>
      </dgm:prSet>
      <dgm:spPr/>
    </dgm:pt>
    <dgm:pt modelId="{16AD9982-3D20-47DF-9EAE-616578C44269}" type="pres">
      <dgm:prSet presAssocID="{C355C334-544D-417E-96D6-3C19E812FBAE}" presName="sibTrans" presStyleCnt="0"/>
      <dgm:spPr/>
    </dgm:pt>
    <dgm:pt modelId="{7D8496F8-0FE6-4723-A982-FA9A9D372E2E}" type="pres">
      <dgm:prSet presAssocID="{D406EB79-9607-4C21-AC44-75ACF5D7AEBA}" presName="compNode" presStyleCnt="0"/>
      <dgm:spPr/>
    </dgm:pt>
    <dgm:pt modelId="{1B918FE0-AA2F-47C6-AA73-B97A0C4E946D}" type="pres">
      <dgm:prSet presAssocID="{D406EB79-9607-4C21-AC44-75ACF5D7AEBA}" presName="bgRect" presStyleLbl="bgShp" presStyleIdx="6" presStyleCnt="7"/>
      <dgm:spPr/>
    </dgm:pt>
    <dgm:pt modelId="{943ED217-6ABD-4854-8FBD-4D2A4895918A}" type="pres">
      <dgm:prSet presAssocID="{D406EB79-9607-4C21-AC44-75ACF5D7AEBA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ry Face with No Fill"/>
        </a:ext>
      </dgm:extLst>
    </dgm:pt>
    <dgm:pt modelId="{41B31C54-9F1F-4FBE-8BC6-F44439F3AEA6}" type="pres">
      <dgm:prSet presAssocID="{D406EB79-9607-4C21-AC44-75ACF5D7AEBA}" presName="spaceRect" presStyleCnt="0"/>
      <dgm:spPr/>
    </dgm:pt>
    <dgm:pt modelId="{55854E5F-AE6F-4001-9BC8-F258D905A724}" type="pres">
      <dgm:prSet presAssocID="{D406EB79-9607-4C21-AC44-75ACF5D7AEBA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2E08001-2EF7-41B5-A9F7-E83CE844663F}" type="presOf" srcId="{BCF4931B-2946-4AE5-87C6-839548A54AD1}" destId="{01A9E5F8-3AA4-4B89-949D-4D9E26C28C36}" srcOrd="0" destOrd="0" presId="urn:microsoft.com/office/officeart/2018/2/layout/IconVerticalSolidList"/>
    <dgm:cxn modelId="{4D348101-BEF3-411F-8A6E-4706472BCFEA}" srcId="{DBB15B31-2F90-497B-AC1D-A8E8C48CB823}" destId="{D406EB79-9607-4C21-AC44-75ACF5D7AEBA}" srcOrd="6" destOrd="0" parTransId="{5C076BCE-8A8F-4277-BD53-B6F8D4115189}" sibTransId="{4073E3FE-9562-4C8F-9046-28DBBDF42F3F}"/>
    <dgm:cxn modelId="{67D63B25-556B-4265-8BDF-681FE6CE4627}" srcId="{DBB15B31-2F90-497B-AC1D-A8E8C48CB823}" destId="{34503FDD-5A9F-44A6-B3FE-C3890EAA111C}" srcOrd="4" destOrd="0" parTransId="{F121B90A-116A-4B5C-883C-1966C1DBC4A2}" sibTransId="{4F444C85-44B2-442E-8C28-5FBD3F7F5EEA}"/>
    <dgm:cxn modelId="{C6686230-47F0-47ED-8B10-DBDD70A8A43E}" type="presOf" srcId="{28B26BF7-7518-4B16-B072-42326A1E0A3E}" destId="{5AC52E3A-5169-47B7-83B6-31ACFD218A5B}" srcOrd="0" destOrd="0" presId="urn:microsoft.com/office/officeart/2018/2/layout/IconVerticalSolidList"/>
    <dgm:cxn modelId="{90A9A134-31FE-46DD-840B-20B24DFC8AD8}" type="presOf" srcId="{500C1F48-75F8-4123-A259-7EE832A0C8F0}" destId="{DD9D464B-EE2B-4849-AE13-1C05670162FE}" srcOrd="0" destOrd="0" presId="urn:microsoft.com/office/officeart/2018/2/layout/IconVerticalSolidList"/>
    <dgm:cxn modelId="{14A77D39-56F1-4396-97B4-403BDE73067E}" type="presOf" srcId="{DBB15B31-2F90-497B-AC1D-A8E8C48CB823}" destId="{073876FE-AC05-482E-942D-C5461C197249}" srcOrd="0" destOrd="0" presId="urn:microsoft.com/office/officeart/2018/2/layout/IconVerticalSolidList"/>
    <dgm:cxn modelId="{0824FA3A-FF0F-412A-982B-6CA3BDDA8948}" srcId="{DBB15B31-2F90-497B-AC1D-A8E8C48CB823}" destId="{500C1F48-75F8-4123-A259-7EE832A0C8F0}" srcOrd="5" destOrd="0" parTransId="{4F39F9E2-DDD8-4404-B70A-AF5872548BC0}" sibTransId="{C355C334-544D-417E-96D6-3C19E812FBAE}"/>
    <dgm:cxn modelId="{4931194D-144D-46A2-81F2-16A8297DB65A}" srcId="{DBB15B31-2F90-497B-AC1D-A8E8C48CB823}" destId="{28B26BF7-7518-4B16-B072-42326A1E0A3E}" srcOrd="3" destOrd="0" parTransId="{DB0CB2F9-A234-4D27-BE05-F64A4B8F23CA}" sibTransId="{3B0A109C-FA62-487D-8300-6EA2B9EE41C0}"/>
    <dgm:cxn modelId="{6E33A0CB-5FA2-48FC-A5E8-3ED0A21C4001}" type="presOf" srcId="{34503FDD-5A9F-44A6-B3FE-C3890EAA111C}" destId="{20B9FC77-34C9-4C7E-9175-57B9BBBCBB86}" srcOrd="0" destOrd="0" presId="urn:microsoft.com/office/officeart/2018/2/layout/IconVerticalSolidList"/>
    <dgm:cxn modelId="{C9B4CAEC-F1CB-48F2-A359-E6AC54E80F8D}" srcId="{DBB15B31-2F90-497B-AC1D-A8E8C48CB823}" destId="{6480264B-47CB-4315-B6E2-82D39356A794}" srcOrd="2" destOrd="0" parTransId="{84696CE0-7C7B-411C-95CC-76E16A271C64}" sibTransId="{22A14DB2-1B17-4A4F-9200-A8295DAD7EF7}"/>
    <dgm:cxn modelId="{2BFF15F1-58EC-49F6-B90C-8978EFBD9504}" srcId="{DBB15B31-2F90-497B-AC1D-A8E8C48CB823}" destId="{F0C6CB8E-D4DF-4748-BDF4-8435D8A4EE96}" srcOrd="0" destOrd="0" parTransId="{B6B51ED7-DAB1-4F08-83AA-91A4C81B22F2}" sibTransId="{1E6700F0-A7C9-4B85-944F-95A49A775EBF}"/>
    <dgm:cxn modelId="{182CA1F5-8E4B-4526-AE32-D6C41BCED389}" type="presOf" srcId="{6480264B-47CB-4315-B6E2-82D39356A794}" destId="{9C81A0EB-DE42-4351-B82C-C9BA679E278A}" srcOrd="0" destOrd="0" presId="urn:microsoft.com/office/officeart/2018/2/layout/IconVerticalSolidList"/>
    <dgm:cxn modelId="{265A58F7-F97A-48E2-8D23-1518FF86A2BE}" type="presOf" srcId="{F0C6CB8E-D4DF-4748-BDF4-8435D8A4EE96}" destId="{EEBEC0D4-905D-4C67-A13C-AF43876ECAF4}" srcOrd="0" destOrd="0" presId="urn:microsoft.com/office/officeart/2018/2/layout/IconVerticalSolidList"/>
    <dgm:cxn modelId="{0B3F64F9-1C94-4E54-A90B-EED783345995}" type="presOf" srcId="{D406EB79-9607-4C21-AC44-75ACF5D7AEBA}" destId="{55854E5F-AE6F-4001-9BC8-F258D905A724}" srcOrd="0" destOrd="0" presId="urn:microsoft.com/office/officeart/2018/2/layout/IconVerticalSolidList"/>
    <dgm:cxn modelId="{32B8BEFF-0997-46CC-A564-3B55010D74D3}" srcId="{DBB15B31-2F90-497B-AC1D-A8E8C48CB823}" destId="{BCF4931B-2946-4AE5-87C6-839548A54AD1}" srcOrd="1" destOrd="0" parTransId="{1ACA9549-D464-4213-B8E0-15496B6F34CD}" sibTransId="{92BC293C-F524-45C3-BE79-DF8EDE549D69}"/>
    <dgm:cxn modelId="{DB18106B-9488-4F16-852E-F37FF44B0A4C}" type="presParOf" srcId="{073876FE-AC05-482E-942D-C5461C197249}" destId="{0B93685A-2ABC-4E33-BB5E-E222329DE1A1}" srcOrd="0" destOrd="0" presId="urn:microsoft.com/office/officeart/2018/2/layout/IconVerticalSolidList"/>
    <dgm:cxn modelId="{09EE5CB4-1D11-4B56-8ABB-E5F34A8CB3B9}" type="presParOf" srcId="{0B93685A-2ABC-4E33-BB5E-E222329DE1A1}" destId="{AD430C37-5D6F-4C77-8244-4696C3BD2158}" srcOrd="0" destOrd="0" presId="urn:microsoft.com/office/officeart/2018/2/layout/IconVerticalSolidList"/>
    <dgm:cxn modelId="{FFDCF8E0-F181-4B15-B509-F607D18617C4}" type="presParOf" srcId="{0B93685A-2ABC-4E33-BB5E-E222329DE1A1}" destId="{C751A199-A3C2-4FF0-905D-81EFEEC49B11}" srcOrd="1" destOrd="0" presId="urn:microsoft.com/office/officeart/2018/2/layout/IconVerticalSolidList"/>
    <dgm:cxn modelId="{04D70E47-F4F5-46B3-8662-3D5FFD014466}" type="presParOf" srcId="{0B93685A-2ABC-4E33-BB5E-E222329DE1A1}" destId="{4FDF1EEB-D349-433A-82E3-81709F78E317}" srcOrd="2" destOrd="0" presId="urn:microsoft.com/office/officeart/2018/2/layout/IconVerticalSolidList"/>
    <dgm:cxn modelId="{AE3CFB39-79F9-4DE1-B00C-4D35BA2B6103}" type="presParOf" srcId="{0B93685A-2ABC-4E33-BB5E-E222329DE1A1}" destId="{EEBEC0D4-905D-4C67-A13C-AF43876ECAF4}" srcOrd="3" destOrd="0" presId="urn:microsoft.com/office/officeart/2018/2/layout/IconVerticalSolidList"/>
    <dgm:cxn modelId="{815A6016-730C-43AA-9A80-D0642D23FC75}" type="presParOf" srcId="{073876FE-AC05-482E-942D-C5461C197249}" destId="{C083A672-2C41-43AE-867D-3A1CED3988B4}" srcOrd="1" destOrd="0" presId="urn:microsoft.com/office/officeart/2018/2/layout/IconVerticalSolidList"/>
    <dgm:cxn modelId="{6FDC026C-A0C6-4A79-B7D5-78D83AC81B92}" type="presParOf" srcId="{073876FE-AC05-482E-942D-C5461C197249}" destId="{C96FD816-1711-4AF7-8B12-D08813C00109}" srcOrd="2" destOrd="0" presId="urn:microsoft.com/office/officeart/2018/2/layout/IconVerticalSolidList"/>
    <dgm:cxn modelId="{22404E97-2E3D-475C-9F42-39FADE6D2B8E}" type="presParOf" srcId="{C96FD816-1711-4AF7-8B12-D08813C00109}" destId="{9FC2E4E3-6849-4B90-8398-0DA3F432A2E4}" srcOrd="0" destOrd="0" presId="urn:microsoft.com/office/officeart/2018/2/layout/IconVerticalSolidList"/>
    <dgm:cxn modelId="{1A681663-59F7-477A-9015-8C34A209B4BA}" type="presParOf" srcId="{C96FD816-1711-4AF7-8B12-D08813C00109}" destId="{7592B00F-D738-47DD-8478-177BEB5C135E}" srcOrd="1" destOrd="0" presId="urn:microsoft.com/office/officeart/2018/2/layout/IconVerticalSolidList"/>
    <dgm:cxn modelId="{2174D449-39DF-4FD9-9A13-B8BD3A58C2B1}" type="presParOf" srcId="{C96FD816-1711-4AF7-8B12-D08813C00109}" destId="{F7E5BC1D-8D9A-4B6B-924A-0FC54703C878}" srcOrd="2" destOrd="0" presId="urn:microsoft.com/office/officeart/2018/2/layout/IconVerticalSolidList"/>
    <dgm:cxn modelId="{12413F3A-1FE0-4027-8594-99AA2D9A98B4}" type="presParOf" srcId="{C96FD816-1711-4AF7-8B12-D08813C00109}" destId="{01A9E5F8-3AA4-4B89-949D-4D9E26C28C36}" srcOrd="3" destOrd="0" presId="urn:microsoft.com/office/officeart/2018/2/layout/IconVerticalSolidList"/>
    <dgm:cxn modelId="{B0ECA7E0-5440-4C20-B9C0-96434D33A733}" type="presParOf" srcId="{073876FE-AC05-482E-942D-C5461C197249}" destId="{28ADC627-2756-4CB4-A527-CADABE138E98}" srcOrd="3" destOrd="0" presId="urn:microsoft.com/office/officeart/2018/2/layout/IconVerticalSolidList"/>
    <dgm:cxn modelId="{66DC51B8-3549-4B64-B925-617978A367E1}" type="presParOf" srcId="{073876FE-AC05-482E-942D-C5461C197249}" destId="{FFCDCA8D-48FC-40C0-9537-25B1BCA2CFC9}" srcOrd="4" destOrd="0" presId="urn:microsoft.com/office/officeart/2018/2/layout/IconVerticalSolidList"/>
    <dgm:cxn modelId="{8D6120B1-D38D-441F-8B25-7EB61E79A707}" type="presParOf" srcId="{FFCDCA8D-48FC-40C0-9537-25B1BCA2CFC9}" destId="{0B6B7CB7-D070-420D-B031-0BB8C947D06E}" srcOrd="0" destOrd="0" presId="urn:microsoft.com/office/officeart/2018/2/layout/IconVerticalSolidList"/>
    <dgm:cxn modelId="{38A487C2-DF19-4D2A-B557-FF08B85B6FA3}" type="presParOf" srcId="{FFCDCA8D-48FC-40C0-9537-25B1BCA2CFC9}" destId="{F0B8B24D-9335-4C98-9ADB-6F2DAC008492}" srcOrd="1" destOrd="0" presId="urn:microsoft.com/office/officeart/2018/2/layout/IconVerticalSolidList"/>
    <dgm:cxn modelId="{19BC12FF-7A06-4804-9115-902BC94801F0}" type="presParOf" srcId="{FFCDCA8D-48FC-40C0-9537-25B1BCA2CFC9}" destId="{DA446B44-632F-4489-9539-F9B547E0B7E4}" srcOrd="2" destOrd="0" presId="urn:microsoft.com/office/officeart/2018/2/layout/IconVerticalSolidList"/>
    <dgm:cxn modelId="{804B3EAD-D825-412A-9386-E55CC597C5B4}" type="presParOf" srcId="{FFCDCA8D-48FC-40C0-9537-25B1BCA2CFC9}" destId="{9C81A0EB-DE42-4351-B82C-C9BA679E278A}" srcOrd="3" destOrd="0" presId="urn:microsoft.com/office/officeart/2018/2/layout/IconVerticalSolidList"/>
    <dgm:cxn modelId="{521D21FC-902E-4DBD-82E3-C92D4D31E735}" type="presParOf" srcId="{073876FE-AC05-482E-942D-C5461C197249}" destId="{F00DB596-C37D-4B9E-86E7-EBA60C919A7A}" srcOrd="5" destOrd="0" presId="urn:microsoft.com/office/officeart/2018/2/layout/IconVerticalSolidList"/>
    <dgm:cxn modelId="{8EA4E494-B84F-402D-AF65-89819BB81BFB}" type="presParOf" srcId="{073876FE-AC05-482E-942D-C5461C197249}" destId="{B1566AF0-0552-4571-A2A4-B6A12DE640C1}" srcOrd="6" destOrd="0" presId="urn:microsoft.com/office/officeart/2018/2/layout/IconVerticalSolidList"/>
    <dgm:cxn modelId="{7F6A8D50-4404-4629-8078-FF27A94072CC}" type="presParOf" srcId="{B1566AF0-0552-4571-A2A4-B6A12DE640C1}" destId="{8C66027F-48E1-4C6D-84CA-31956318EAC5}" srcOrd="0" destOrd="0" presId="urn:microsoft.com/office/officeart/2018/2/layout/IconVerticalSolidList"/>
    <dgm:cxn modelId="{67FB2BC9-793B-4120-9696-2E7F9E0B8C37}" type="presParOf" srcId="{B1566AF0-0552-4571-A2A4-B6A12DE640C1}" destId="{5765DF88-38B9-4711-A5B7-5145AB75FD86}" srcOrd="1" destOrd="0" presId="urn:microsoft.com/office/officeart/2018/2/layout/IconVerticalSolidList"/>
    <dgm:cxn modelId="{1A7AD4E8-BC1E-481A-85DD-02F3D3005A61}" type="presParOf" srcId="{B1566AF0-0552-4571-A2A4-B6A12DE640C1}" destId="{41D52BA3-51C2-406A-AE25-DE29E230B640}" srcOrd="2" destOrd="0" presId="urn:microsoft.com/office/officeart/2018/2/layout/IconVerticalSolidList"/>
    <dgm:cxn modelId="{6784C176-B041-4194-88B8-7DE19E7E444E}" type="presParOf" srcId="{B1566AF0-0552-4571-A2A4-B6A12DE640C1}" destId="{5AC52E3A-5169-47B7-83B6-31ACFD218A5B}" srcOrd="3" destOrd="0" presId="urn:microsoft.com/office/officeart/2018/2/layout/IconVerticalSolidList"/>
    <dgm:cxn modelId="{82581019-0356-495B-BF42-748042F7BE5A}" type="presParOf" srcId="{073876FE-AC05-482E-942D-C5461C197249}" destId="{86DDC3A8-584A-46B8-A999-64DFB62D70C3}" srcOrd="7" destOrd="0" presId="urn:microsoft.com/office/officeart/2018/2/layout/IconVerticalSolidList"/>
    <dgm:cxn modelId="{39FCA938-D88C-4EAC-A2A9-74F02770C138}" type="presParOf" srcId="{073876FE-AC05-482E-942D-C5461C197249}" destId="{94A18B8B-2BF4-4DEF-8F31-14638F05A4AD}" srcOrd="8" destOrd="0" presId="urn:microsoft.com/office/officeart/2018/2/layout/IconVerticalSolidList"/>
    <dgm:cxn modelId="{D7F6D1D1-6A57-4593-8EB0-8D91048334C8}" type="presParOf" srcId="{94A18B8B-2BF4-4DEF-8F31-14638F05A4AD}" destId="{0AB0FAD9-3F2B-4BB7-97CD-049B64B82D60}" srcOrd="0" destOrd="0" presId="urn:microsoft.com/office/officeart/2018/2/layout/IconVerticalSolidList"/>
    <dgm:cxn modelId="{85828162-3698-4E6A-8A47-FA80F823E043}" type="presParOf" srcId="{94A18B8B-2BF4-4DEF-8F31-14638F05A4AD}" destId="{2F27386C-5816-4C2C-A5DC-1B9265F4D92F}" srcOrd="1" destOrd="0" presId="urn:microsoft.com/office/officeart/2018/2/layout/IconVerticalSolidList"/>
    <dgm:cxn modelId="{EDDF91DB-2DD2-457B-91BA-B7E251F7431F}" type="presParOf" srcId="{94A18B8B-2BF4-4DEF-8F31-14638F05A4AD}" destId="{A444FEB0-CEC3-4333-ABEB-5BBBB1C26A75}" srcOrd="2" destOrd="0" presId="urn:microsoft.com/office/officeart/2018/2/layout/IconVerticalSolidList"/>
    <dgm:cxn modelId="{D794F722-3979-42EE-A739-EF92125866EB}" type="presParOf" srcId="{94A18B8B-2BF4-4DEF-8F31-14638F05A4AD}" destId="{20B9FC77-34C9-4C7E-9175-57B9BBBCBB86}" srcOrd="3" destOrd="0" presId="urn:microsoft.com/office/officeart/2018/2/layout/IconVerticalSolidList"/>
    <dgm:cxn modelId="{25A7F4CF-A943-49EF-91D5-A67E34844AE4}" type="presParOf" srcId="{073876FE-AC05-482E-942D-C5461C197249}" destId="{785CBD74-DE15-484C-ABCF-A550D5DF61A6}" srcOrd="9" destOrd="0" presId="urn:microsoft.com/office/officeart/2018/2/layout/IconVerticalSolidList"/>
    <dgm:cxn modelId="{35CC4026-12F0-42B3-B0AB-5D023D08EEE6}" type="presParOf" srcId="{073876FE-AC05-482E-942D-C5461C197249}" destId="{E372B6C1-39BE-4120-A79B-CE0166BEB972}" srcOrd="10" destOrd="0" presId="urn:microsoft.com/office/officeart/2018/2/layout/IconVerticalSolidList"/>
    <dgm:cxn modelId="{9B956B52-D135-46E1-9EC2-26775660A5F7}" type="presParOf" srcId="{E372B6C1-39BE-4120-A79B-CE0166BEB972}" destId="{6B3BF5B7-71E2-4518-9BA4-392499F2BEBB}" srcOrd="0" destOrd="0" presId="urn:microsoft.com/office/officeart/2018/2/layout/IconVerticalSolidList"/>
    <dgm:cxn modelId="{15B4E392-40E1-43AC-AA3B-1CF50C5A770E}" type="presParOf" srcId="{E372B6C1-39BE-4120-A79B-CE0166BEB972}" destId="{3797D8DC-5A60-49AF-8358-2F412C0D1F04}" srcOrd="1" destOrd="0" presId="urn:microsoft.com/office/officeart/2018/2/layout/IconVerticalSolidList"/>
    <dgm:cxn modelId="{48DC550C-47B6-4260-BE25-5917399BDAEE}" type="presParOf" srcId="{E372B6C1-39BE-4120-A79B-CE0166BEB972}" destId="{3E3FDAD5-90FB-446D-848C-9315515FD0EF}" srcOrd="2" destOrd="0" presId="urn:microsoft.com/office/officeart/2018/2/layout/IconVerticalSolidList"/>
    <dgm:cxn modelId="{09C72EE1-3701-4E33-A223-8D1320AC07D5}" type="presParOf" srcId="{E372B6C1-39BE-4120-A79B-CE0166BEB972}" destId="{DD9D464B-EE2B-4849-AE13-1C05670162FE}" srcOrd="3" destOrd="0" presId="urn:microsoft.com/office/officeart/2018/2/layout/IconVerticalSolidList"/>
    <dgm:cxn modelId="{2A79DAEE-A8A5-403F-8B78-BC4B1F9712E3}" type="presParOf" srcId="{073876FE-AC05-482E-942D-C5461C197249}" destId="{16AD9982-3D20-47DF-9EAE-616578C44269}" srcOrd="11" destOrd="0" presId="urn:microsoft.com/office/officeart/2018/2/layout/IconVerticalSolidList"/>
    <dgm:cxn modelId="{8C84F4C0-D75E-4FC0-A119-86677E6D3C41}" type="presParOf" srcId="{073876FE-AC05-482E-942D-C5461C197249}" destId="{7D8496F8-0FE6-4723-A982-FA9A9D372E2E}" srcOrd="12" destOrd="0" presId="urn:microsoft.com/office/officeart/2018/2/layout/IconVerticalSolidList"/>
    <dgm:cxn modelId="{AEB64840-9966-43C8-883A-E3E182E6BBE8}" type="presParOf" srcId="{7D8496F8-0FE6-4723-A982-FA9A9D372E2E}" destId="{1B918FE0-AA2F-47C6-AA73-B97A0C4E946D}" srcOrd="0" destOrd="0" presId="urn:microsoft.com/office/officeart/2018/2/layout/IconVerticalSolidList"/>
    <dgm:cxn modelId="{A5165B06-E033-48DB-AB9D-73633AF462BE}" type="presParOf" srcId="{7D8496F8-0FE6-4723-A982-FA9A9D372E2E}" destId="{943ED217-6ABD-4854-8FBD-4D2A4895918A}" srcOrd="1" destOrd="0" presId="urn:microsoft.com/office/officeart/2018/2/layout/IconVerticalSolidList"/>
    <dgm:cxn modelId="{1F077F14-06A5-4E56-B3A7-4B464538181E}" type="presParOf" srcId="{7D8496F8-0FE6-4723-A982-FA9A9D372E2E}" destId="{41B31C54-9F1F-4FBE-8BC6-F44439F3AEA6}" srcOrd="2" destOrd="0" presId="urn:microsoft.com/office/officeart/2018/2/layout/IconVerticalSolidList"/>
    <dgm:cxn modelId="{F1CE1C82-D97F-4501-AC81-7829D2A05962}" type="presParOf" srcId="{7D8496F8-0FE6-4723-A982-FA9A9D372E2E}" destId="{55854E5F-AE6F-4001-9BC8-F258D905A7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07AB4-3C4F-2543-9C44-DFE9B8B4AD3E}">
      <dsp:nvSpPr>
        <dsp:cNvPr id="0" name=""/>
        <dsp:cNvSpPr/>
      </dsp:nvSpPr>
      <dsp:spPr>
        <a:xfrm>
          <a:off x="0" y="305207"/>
          <a:ext cx="9613860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142" tIns="374904" rIns="74614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System prompt  – defines the persona &amp; rules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User message   – what the user types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AI response    – generated by the LLM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Conversation history – keeps context across turns</a:t>
          </a:r>
        </a:p>
      </dsp:txBody>
      <dsp:txXfrm>
        <a:off x="0" y="305207"/>
        <a:ext cx="9613860" cy="1587600"/>
      </dsp:txXfrm>
    </dsp:sp>
    <dsp:sp modelId="{10AAD35B-904C-1C4D-9099-519ACD842A41}">
      <dsp:nvSpPr>
        <dsp:cNvPr id="0" name=""/>
        <dsp:cNvSpPr/>
      </dsp:nvSpPr>
      <dsp:spPr>
        <a:xfrm>
          <a:off x="480693" y="39527"/>
          <a:ext cx="6729702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367" tIns="0" rIns="25436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Core components</a:t>
          </a:r>
        </a:p>
      </dsp:txBody>
      <dsp:txXfrm>
        <a:off x="506632" y="65466"/>
        <a:ext cx="6677824" cy="479482"/>
      </dsp:txXfrm>
    </dsp:sp>
    <dsp:sp modelId="{25218F06-DC36-5E45-B3FA-AF5F7C057E77}">
      <dsp:nvSpPr>
        <dsp:cNvPr id="0" name=""/>
        <dsp:cNvSpPr/>
      </dsp:nvSpPr>
      <dsp:spPr>
        <a:xfrm>
          <a:off x="0" y="2255687"/>
          <a:ext cx="9613860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142" tIns="374904" rIns="74614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RAG  – retrieval-augmented generation (inject knowledge)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Tools / function calling – let the model take actions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Memory – persist facts beyond one session</a:t>
          </a:r>
        </a:p>
      </dsp:txBody>
      <dsp:txXfrm>
        <a:off x="0" y="2255687"/>
        <a:ext cx="9613860" cy="1304100"/>
      </dsp:txXfrm>
    </dsp:sp>
    <dsp:sp modelId="{35BA803A-E197-204D-B541-B09931663734}">
      <dsp:nvSpPr>
        <dsp:cNvPr id="0" name=""/>
        <dsp:cNvSpPr/>
      </dsp:nvSpPr>
      <dsp:spPr>
        <a:xfrm>
          <a:off x="480693" y="1990008"/>
          <a:ext cx="6729702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367" tIns="0" rIns="25436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Common extensions</a:t>
          </a:r>
        </a:p>
      </dsp:txBody>
      <dsp:txXfrm>
        <a:off x="506632" y="2015947"/>
        <a:ext cx="6677824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3E23C-94F0-F14D-853A-24D5775C59F2}">
      <dsp:nvSpPr>
        <dsp:cNvPr id="0" name=""/>
        <dsp:cNvSpPr/>
      </dsp:nvSpPr>
      <dsp:spPr>
        <a:xfrm>
          <a:off x="12589" y="141996"/>
          <a:ext cx="2767539" cy="830261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514" tIns="102514" rIns="102514" bIns="10251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 Tokenization</a:t>
          </a:r>
        </a:p>
      </dsp:txBody>
      <dsp:txXfrm>
        <a:off x="261667" y="141996"/>
        <a:ext cx="2269383" cy="830261"/>
      </dsp:txXfrm>
    </dsp:sp>
    <dsp:sp modelId="{BBD8FEE4-2A05-3140-9980-1349FD6D5239}">
      <dsp:nvSpPr>
        <dsp:cNvPr id="0" name=""/>
        <dsp:cNvSpPr/>
      </dsp:nvSpPr>
      <dsp:spPr>
        <a:xfrm>
          <a:off x="12589" y="972258"/>
          <a:ext cx="2518460" cy="24909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9014" tIns="199014" rIns="199014" bIns="398029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Text is split into sub-word tokens  (e.g. 'chatbot' → ['chat','bot'])</a:t>
          </a:r>
        </a:p>
      </dsp:txBody>
      <dsp:txXfrm>
        <a:off x="12589" y="972258"/>
        <a:ext cx="2518460" cy="2490958"/>
      </dsp:txXfrm>
    </dsp:sp>
    <dsp:sp modelId="{09CC48BF-0AEF-E441-AFF2-CA5D1AF2F062}">
      <dsp:nvSpPr>
        <dsp:cNvPr id="0" name=""/>
        <dsp:cNvSpPr/>
      </dsp:nvSpPr>
      <dsp:spPr>
        <a:xfrm>
          <a:off x="2725525" y="141996"/>
          <a:ext cx="2767539" cy="830261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514" tIns="102514" rIns="102514" bIns="10251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 Embedding</a:t>
          </a:r>
        </a:p>
      </dsp:txBody>
      <dsp:txXfrm>
        <a:off x="2974603" y="141996"/>
        <a:ext cx="2269383" cy="830261"/>
      </dsp:txXfrm>
    </dsp:sp>
    <dsp:sp modelId="{4F329F48-B508-3C4C-9286-FD3A0F452F72}">
      <dsp:nvSpPr>
        <dsp:cNvPr id="0" name=""/>
        <dsp:cNvSpPr/>
      </dsp:nvSpPr>
      <dsp:spPr>
        <a:xfrm>
          <a:off x="2725525" y="972258"/>
          <a:ext cx="2518460" cy="24909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9014" tIns="199014" rIns="199014" bIns="398029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Each token → high-dimensional vector (meaning in math space)</a:t>
          </a:r>
        </a:p>
      </dsp:txBody>
      <dsp:txXfrm>
        <a:off x="2725525" y="972258"/>
        <a:ext cx="2518460" cy="2490958"/>
      </dsp:txXfrm>
    </dsp:sp>
    <dsp:sp modelId="{902453E5-29CD-E746-8F1C-59BBBA6E4035}">
      <dsp:nvSpPr>
        <dsp:cNvPr id="0" name=""/>
        <dsp:cNvSpPr/>
      </dsp:nvSpPr>
      <dsp:spPr>
        <a:xfrm>
          <a:off x="5438460" y="141996"/>
          <a:ext cx="2767539" cy="830261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514" tIns="102514" rIns="102514" bIns="10251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 Transformer layers</a:t>
          </a:r>
        </a:p>
      </dsp:txBody>
      <dsp:txXfrm>
        <a:off x="5687538" y="141996"/>
        <a:ext cx="2269383" cy="830261"/>
      </dsp:txXfrm>
    </dsp:sp>
    <dsp:sp modelId="{939AD3C9-09A8-934A-A89F-E267B432F4C5}">
      <dsp:nvSpPr>
        <dsp:cNvPr id="0" name=""/>
        <dsp:cNvSpPr/>
      </dsp:nvSpPr>
      <dsp:spPr>
        <a:xfrm>
          <a:off x="5438460" y="972258"/>
          <a:ext cx="2518460" cy="24909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9014" tIns="199014" rIns="199014" bIns="398029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Self-attention: tokens 'look at' each other to build context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Stacked layers refine understanding step by step</a:t>
          </a:r>
        </a:p>
      </dsp:txBody>
      <dsp:txXfrm>
        <a:off x="5438460" y="972258"/>
        <a:ext cx="2518460" cy="2490958"/>
      </dsp:txXfrm>
    </dsp:sp>
    <dsp:sp modelId="{6500C349-EE6D-FB42-A31F-A0A1F10CF78D}">
      <dsp:nvSpPr>
        <dsp:cNvPr id="0" name=""/>
        <dsp:cNvSpPr/>
      </dsp:nvSpPr>
      <dsp:spPr>
        <a:xfrm>
          <a:off x="8151395" y="141996"/>
          <a:ext cx="2767539" cy="830261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514" tIns="102514" rIns="102514" bIns="102514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4. Next-token prediction</a:t>
          </a:r>
        </a:p>
      </dsp:txBody>
      <dsp:txXfrm>
        <a:off x="8400473" y="141996"/>
        <a:ext cx="2269383" cy="830261"/>
      </dsp:txXfrm>
    </dsp:sp>
    <dsp:sp modelId="{EE217374-39D1-EC46-B5D6-5498B5B78189}">
      <dsp:nvSpPr>
        <dsp:cNvPr id="0" name=""/>
        <dsp:cNvSpPr/>
      </dsp:nvSpPr>
      <dsp:spPr>
        <a:xfrm>
          <a:off x="8151395" y="972258"/>
          <a:ext cx="2518460" cy="24909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9014" tIns="199014" rIns="199014" bIns="398029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outputs a probability distribution over all tokens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Temperature controls randomness: 0 = deterministic, 1 = creative</a:t>
          </a:r>
        </a:p>
      </dsp:txBody>
      <dsp:txXfrm>
        <a:off x="8151395" y="972258"/>
        <a:ext cx="2518460" cy="24909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33F44-43CF-4E4E-BF19-618A1F3A396D}">
      <dsp:nvSpPr>
        <dsp:cNvPr id="0" name=""/>
        <dsp:cNvSpPr/>
      </dsp:nvSpPr>
      <dsp:spPr>
        <a:xfrm>
          <a:off x="0" y="3404"/>
          <a:ext cx="6261100" cy="1591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B80CF-938D-45B6-AD04-22FC9D9F7009}">
      <dsp:nvSpPr>
        <dsp:cNvPr id="0" name=""/>
        <dsp:cNvSpPr/>
      </dsp:nvSpPr>
      <dsp:spPr>
        <a:xfrm>
          <a:off x="481551" y="361582"/>
          <a:ext cx="875547" cy="8755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452F3-06E2-419E-A129-17228EF9D51E}">
      <dsp:nvSpPr>
        <dsp:cNvPr id="0" name=""/>
        <dsp:cNvSpPr/>
      </dsp:nvSpPr>
      <dsp:spPr>
        <a:xfrm>
          <a:off x="1838650" y="3404"/>
          <a:ext cx="2817495" cy="159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7" tIns="168477" rIns="168477" bIns="16847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Ollama</a:t>
          </a:r>
        </a:p>
      </dsp:txBody>
      <dsp:txXfrm>
        <a:off x="1838650" y="3404"/>
        <a:ext cx="2817495" cy="1591904"/>
      </dsp:txXfrm>
    </dsp:sp>
    <dsp:sp modelId="{C6E959A9-3D3B-4DBA-93F6-D0D6360D4FA4}">
      <dsp:nvSpPr>
        <dsp:cNvPr id="0" name=""/>
        <dsp:cNvSpPr/>
      </dsp:nvSpPr>
      <dsp:spPr>
        <a:xfrm>
          <a:off x="4656145" y="3404"/>
          <a:ext cx="1603157" cy="159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7" tIns="168477" rIns="168477" bIns="1684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Runs LLMs locally (or on a remote server)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REST API on port 11434  –  no cloud required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Model: llama3.1:8b</a:t>
          </a:r>
        </a:p>
      </dsp:txBody>
      <dsp:txXfrm>
        <a:off x="4656145" y="3404"/>
        <a:ext cx="1603157" cy="1591904"/>
      </dsp:txXfrm>
    </dsp:sp>
    <dsp:sp modelId="{EE855B3D-B3F6-4195-B85A-AE30AF45FA13}">
      <dsp:nvSpPr>
        <dsp:cNvPr id="0" name=""/>
        <dsp:cNvSpPr/>
      </dsp:nvSpPr>
      <dsp:spPr>
        <a:xfrm>
          <a:off x="0" y="1993285"/>
          <a:ext cx="6261100" cy="1591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81296-A208-4205-8E11-C537DA23A827}">
      <dsp:nvSpPr>
        <dsp:cNvPr id="0" name=""/>
        <dsp:cNvSpPr/>
      </dsp:nvSpPr>
      <dsp:spPr>
        <a:xfrm>
          <a:off x="481551" y="2351463"/>
          <a:ext cx="875547" cy="8755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D5D59-2108-4D09-A583-42C5FAC5DFA7}">
      <dsp:nvSpPr>
        <dsp:cNvPr id="0" name=""/>
        <dsp:cNvSpPr/>
      </dsp:nvSpPr>
      <dsp:spPr>
        <a:xfrm>
          <a:off x="1838650" y="1993285"/>
          <a:ext cx="2817495" cy="159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7" tIns="168477" rIns="168477" bIns="16847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LangChain</a:t>
          </a:r>
        </a:p>
      </dsp:txBody>
      <dsp:txXfrm>
        <a:off x="1838650" y="1993285"/>
        <a:ext cx="2817495" cy="1591904"/>
      </dsp:txXfrm>
    </dsp:sp>
    <dsp:sp modelId="{AD874327-EF05-489C-A13A-A14E0EEE88B5}">
      <dsp:nvSpPr>
        <dsp:cNvPr id="0" name=""/>
        <dsp:cNvSpPr/>
      </dsp:nvSpPr>
      <dsp:spPr>
        <a:xfrm>
          <a:off x="4656145" y="1993285"/>
          <a:ext cx="1603157" cy="159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7" tIns="168477" rIns="168477" bIns="1684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Python framework to chain LLM calls, prompts, history, RAG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ChatOllama  •  ChatPromptTemplate  •  RunnableWithMessageHistory</a:t>
          </a:r>
        </a:p>
      </dsp:txBody>
      <dsp:txXfrm>
        <a:off x="4656145" y="1993285"/>
        <a:ext cx="1603157" cy="1591904"/>
      </dsp:txXfrm>
    </dsp:sp>
    <dsp:sp modelId="{819B5292-FDCE-488B-A03D-776A012D8589}">
      <dsp:nvSpPr>
        <dsp:cNvPr id="0" name=""/>
        <dsp:cNvSpPr/>
      </dsp:nvSpPr>
      <dsp:spPr>
        <a:xfrm>
          <a:off x="0" y="3983166"/>
          <a:ext cx="6261100" cy="1591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E6E7CE-D7C3-4235-A5A7-84B9732F1D75}">
      <dsp:nvSpPr>
        <dsp:cNvPr id="0" name=""/>
        <dsp:cNvSpPr/>
      </dsp:nvSpPr>
      <dsp:spPr>
        <a:xfrm>
          <a:off x="481551" y="4341344"/>
          <a:ext cx="875547" cy="8755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180FDB-807B-44DD-9C0B-6305029C75CD}">
      <dsp:nvSpPr>
        <dsp:cNvPr id="0" name=""/>
        <dsp:cNvSpPr/>
      </dsp:nvSpPr>
      <dsp:spPr>
        <a:xfrm>
          <a:off x="1838650" y="3983166"/>
          <a:ext cx="2817495" cy="159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7" tIns="168477" rIns="168477" bIns="16847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Gradio</a:t>
          </a:r>
        </a:p>
      </dsp:txBody>
      <dsp:txXfrm>
        <a:off x="1838650" y="3983166"/>
        <a:ext cx="2817495" cy="1591904"/>
      </dsp:txXfrm>
    </dsp:sp>
    <dsp:sp modelId="{E5217326-F2B3-4E8B-A472-52855B36D01C}">
      <dsp:nvSpPr>
        <dsp:cNvPr id="0" name=""/>
        <dsp:cNvSpPr/>
      </dsp:nvSpPr>
      <dsp:spPr>
        <a:xfrm>
          <a:off x="4656145" y="3983166"/>
          <a:ext cx="1603157" cy="1591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477" tIns="168477" rIns="168477" bIns="1684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Instant web UI from pure Python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gr.Blocks, gr.Textbox, share=True for public URL</a:t>
          </a:r>
        </a:p>
      </dsp:txBody>
      <dsp:txXfrm>
        <a:off x="4656145" y="3983166"/>
        <a:ext cx="1603157" cy="15919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30C37-5D6F-4C77-8244-4696C3BD2158}">
      <dsp:nvSpPr>
        <dsp:cNvPr id="0" name=""/>
        <dsp:cNvSpPr/>
      </dsp:nvSpPr>
      <dsp:spPr>
        <a:xfrm>
          <a:off x="0" y="476"/>
          <a:ext cx="6261100" cy="656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1A199-A3C2-4FF0-905D-81EFEEC49B11}">
      <dsp:nvSpPr>
        <dsp:cNvPr id="0" name=""/>
        <dsp:cNvSpPr/>
      </dsp:nvSpPr>
      <dsp:spPr>
        <a:xfrm>
          <a:off x="198494" y="148116"/>
          <a:ext cx="360898" cy="3608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EC0D4-905D-4C67-A13C-AF43876ECAF4}">
      <dsp:nvSpPr>
        <dsp:cNvPr id="0" name=""/>
        <dsp:cNvSpPr/>
      </dsp:nvSpPr>
      <dsp:spPr>
        <a:xfrm>
          <a:off x="757886" y="476"/>
          <a:ext cx="5503213" cy="656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46" tIns="69446" rIns="69446" bIns="694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 1  Direct LLM call – no state, no persona</a:t>
          </a:r>
        </a:p>
      </dsp:txBody>
      <dsp:txXfrm>
        <a:off x="757886" y="476"/>
        <a:ext cx="5503213" cy="656179"/>
      </dsp:txXfrm>
    </dsp:sp>
    <dsp:sp modelId="{9FC2E4E3-6849-4B90-8398-0DA3F432A2E4}">
      <dsp:nvSpPr>
        <dsp:cNvPr id="0" name=""/>
        <dsp:cNvSpPr/>
      </dsp:nvSpPr>
      <dsp:spPr>
        <a:xfrm>
          <a:off x="0" y="820700"/>
          <a:ext cx="6261100" cy="656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2B00F-D738-47DD-8478-177BEB5C135E}">
      <dsp:nvSpPr>
        <dsp:cNvPr id="0" name=""/>
        <dsp:cNvSpPr/>
      </dsp:nvSpPr>
      <dsp:spPr>
        <a:xfrm>
          <a:off x="198494" y="968340"/>
          <a:ext cx="360898" cy="3608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9E5F8-3AA4-4B89-949D-4D9E26C28C36}">
      <dsp:nvSpPr>
        <dsp:cNvPr id="0" name=""/>
        <dsp:cNvSpPr/>
      </dsp:nvSpPr>
      <dsp:spPr>
        <a:xfrm>
          <a:off x="757886" y="820700"/>
          <a:ext cx="5503213" cy="656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46" tIns="69446" rIns="69446" bIns="694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 2  System prompt – persona, tone, constraints</a:t>
          </a:r>
        </a:p>
      </dsp:txBody>
      <dsp:txXfrm>
        <a:off x="757886" y="820700"/>
        <a:ext cx="5503213" cy="656179"/>
      </dsp:txXfrm>
    </dsp:sp>
    <dsp:sp modelId="{0B6B7CB7-D070-420D-B031-0BB8C947D06E}">
      <dsp:nvSpPr>
        <dsp:cNvPr id="0" name=""/>
        <dsp:cNvSpPr/>
      </dsp:nvSpPr>
      <dsp:spPr>
        <a:xfrm>
          <a:off x="0" y="1640924"/>
          <a:ext cx="6261100" cy="656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B8B24D-9335-4C98-9ADB-6F2DAC008492}">
      <dsp:nvSpPr>
        <dsp:cNvPr id="0" name=""/>
        <dsp:cNvSpPr/>
      </dsp:nvSpPr>
      <dsp:spPr>
        <a:xfrm>
          <a:off x="198494" y="1788564"/>
          <a:ext cx="360898" cy="3608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81A0EB-DE42-4351-B82C-C9BA679E278A}">
      <dsp:nvSpPr>
        <dsp:cNvPr id="0" name=""/>
        <dsp:cNvSpPr/>
      </dsp:nvSpPr>
      <dsp:spPr>
        <a:xfrm>
          <a:off x="757886" y="1640924"/>
          <a:ext cx="5503213" cy="656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46" tIns="69446" rIns="69446" bIns="694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 3  Conversation history – multi-turn context</a:t>
          </a:r>
        </a:p>
      </dsp:txBody>
      <dsp:txXfrm>
        <a:off x="757886" y="1640924"/>
        <a:ext cx="5503213" cy="656179"/>
      </dsp:txXfrm>
    </dsp:sp>
    <dsp:sp modelId="{8C66027F-48E1-4C6D-84CA-31956318EAC5}">
      <dsp:nvSpPr>
        <dsp:cNvPr id="0" name=""/>
        <dsp:cNvSpPr/>
      </dsp:nvSpPr>
      <dsp:spPr>
        <a:xfrm>
          <a:off x="0" y="2461147"/>
          <a:ext cx="6261100" cy="656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5DF88-38B9-4711-A5B7-5145AB75FD86}">
      <dsp:nvSpPr>
        <dsp:cNvPr id="0" name=""/>
        <dsp:cNvSpPr/>
      </dsp:nvSpPr>
      <dsp:spPr>
        <a:xfrm>
          <a:off x="198494" y="2608788"/>
          <a:ext cx="360898" cy="3608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52E3A-5169-47B7-83B6-31ACFD218A5B}">
      <dsp:nvSpPr>
        <dsp:cNvPr id="0" name=""/>
        <dsp:cNvSpPr/>
      </dsp:nvSpPr>
      <dsp:spPr>
        <a:xfrm>
          <a:off x="757886" y="2461147"/>
          <a:ext cx="5503213" cy="656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46" tIns="69446" rIns="69446" bIns="694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 4  History summarization – unlimited conversation length</a:t>
          </a:r>
        </a:p>
      </dsp:txBody>
      <dsp:txXfrm>
        <a:off x="757886" y="2461147"/>
        <a:ext cx="5503213" cy="656179"/>
      </dsp:txXfrm>
    </dsp:sp>
    <dsp:sp modelId="{0AB0FAD9-3F2B-4BB7-97CD-049B64B82D60}">
      <dsp:nvSpPr>
        <dsp:cNvPr id="0" name=""/>
        <dsp:cNvSpPr/>
      </dsp:nvSpPr>
      <dsp:spPr>
        <a:xfrm>
          <a:off x="0" y="3281371"/>
          <a:ext cx="6261100" cy="656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7386C-5816-4C2C-A5DC-1B9265F4D92F}">
      <dsp:nvSpPr>
        <dsp:cNvPr id="0" name=""/>
        <dsp:cNvSpPr/>
      </dsp:nvSpPr>
      <dsp:spPr>
        <a:xfrm>
          <a:off x="198494" y="3429012"/>
          <a:ext cx="360898" cy="3608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9FC77-34C9-4C7E-9175-57B9BBBCBB86}">
      <dsp:nvSpPr>
        <dsp:cNvPr id="0" name=""/>
        <dsp:cNvSpPr/>
      </dsp:nvSpPr>
      <dsp:spPr>
        <a:xfrm>
          <a:off x="757886" y="3281371"/>
          <a:ext cx="5503213" cy="656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46" tIns="69446" rIns="69446" bIns="694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 5  RAG – inject domain knowledge at query time</a:t>
          </a:r>
        </a:p>
      </dsp:txBody>
      <dsp:txXfrm>
        <a:off x="757886" y="3281371"/>
        <a:ext cx="5503213" cy="656179"/>
      </dsp:txXfrm>
    </dsp:sp>
    <dsp:sp modelId="{6B3BF5B7-71E2-4518-9BA4-392499F2BEBB}">
      <dsp:nvSpPr>
        <dsp:cNvPr id="0" name=""/>
        <dsp:cNvSpPr/>
      </dsp:nvSpPr>
      <dsp:spPr>
        <a:xfrm>
          <a:off x="0" y="4101595"/>
          <a:ext cx="6261100" cy="656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97D8DC-5A60-49AF-8358-2F412C0D1F04}">
      <dsp:nvSpPr>
        <dsp:cNvPr id="0" name=""/>
        <dsp:cNvSpPr/>
      </dsp:nvSpPr>
      <dsp:spPr>
        <a:xfrm>
          <a:off x="198494" y="4249235"/>
          <a:ext cx="360898" cy="3608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D464B-EE2B-4849-AE13-1C05670162FE}">
      <dsp:nvSpPr>
        <dsp:cNvPr id="0" name=""/>
        <dsp:cNvSpPr/>
      </dsp:nvSpPr>
      <dsp:spPr>
        <a:xfrm>
          <a:off x="757886" y="4101595"/>
          <a:ext cx="5503213" cy="656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46" tIns="69446" rIns="69446" bIns="694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 6  Dynamic extensions – live data (time, weather, DB…)</a:t>
          </a:r>
        </a:p>
      </dsp:txBody>
      <dsp:txXfrm>
        <a:off x="757886" y="4101595"/>
        <a:ext cx="5503213" cy="656179"/>
      </dsp:txXfrm>
    </dsp:sp>
    <dsp:sp modelId="{1B918FE0-AA2F-47C6-AA73-B97A0C4E946D}">
      <dsp:nvSpPr>
        <dsp:cNvPr id="0" name=""/>
        <dsp:cNvSpPr/>
      </dsp:nvSpPr>
      <dsp:spPr>
        <a:xfrm>
          <a:off x="0" y="4921819"/>
          <a:ext cx="6261100" cy="6561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3ED217-6ABD-4854-8FBD-4D2A4895918A}">
      <dsp:nvSpPr>
        <dsp:cNvPr id="0" name=""/>
        <dsp:cNvSpPr/>
      </dsp:nvSpPr>
      <dsp:spPr>
        <a:xfrm>
          <a:off x="198494" y="5069459"/>
          <a:ext cx="360898" cy="3608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54E5F-AE6F-4001-9BC8-F258D905A724}">
      <dsp:nvSpPr>
        <dsp:cNvPr id="0" name=""/>
        <dsp:cNvSpPr/>
      </dsp:nvSpPr>
      <dsp:spPr>
        <a:xfrm>
          <a:off x="757886" y="4921819"/>
          <a:ext cx="5503213" cy="656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446" tIns="69446" rIns="69446" bIns="6944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 7  Mood – persistent emotional state in the system prompt</a:t>
          </a:r>
        </a:p>
      </dsp:txBody>
      <dsp:txXfrm>
        <a:off x="757886" y="4921819"/>
        <a:ext cx="5503213" cy="6561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586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488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56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8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1118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21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552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69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65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030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2130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1645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61867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418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93487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78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4560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2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8.png"/><Relationship Id="rId9" Type="http://schemas.microsoft.com/office/2007/relationships/diagramDrawing" Target="../diagrams/drawing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2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1F59B3-12FB-699E-5A55-05C4B5D8E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cs-CZ" b="1" dirty="0" err="1"/>
              <a:t>Hands</a:t>
            </a:r>
            <a:r>
              <a:rPr lang="cs-CZ" b="1" dirty="0"/>
              <a:t> – on </a:t>
            </a:r>
            <a:r>
              <a:rPr lang="cs-CZ" b="1" dirty="0" err="1"/>
              <a:t>Generative</a:t>
            </a:r>
            <a:r>
              <a:rPr lang="cs-CZ" b="1" dirty="0"/>
              <a:t> AI - </a:t>
            </a:r>
            <a:r>
              <a:rPr lang="cs-CZ" b="1" dirty="0" err="1"/>
              <a:t>LLMs</a:t>
            </a:r>
            <a:r>
              <a:rPr lang="cs-CZ" b="1" dirty="0"/>
              <a:t>, </a:t>
            </a:r>
            <a:r>
              <a:rPr lang="cs-CZ" b="1" dirty="0" err="1"/>
              <a:t>chatbots</a:t>
            </a:r>
            <a:br>
              <a:rPr lang="cs-CZ" dirty="0"/>
            </a:b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BA16CD9-2640-080E-71CA-0D3EE95E89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Ing. Peter Janků, PH.D.</a:t>
            </a:r>
          </a:p>
          <a:p>
            <a:r>
              <a:rPr lang="cs-CZ" dirty="0"/>
              <a:t>Tomas </a:t>
            </a:r>
            <a:r>
              <a:rPr lang="cs-CZ" dirty="0" err="1"/>
              <a:t>bata</a:t>
            </a:r>
            <a:r>
              <a:rPr lang="cs-CZ" dirty="0"/>
              <a:t> university in </a:t>
            </a:r>
            <a:r>
              <a:rPr lang="cs-CZ" dirty="0" err="1"/>
              <a:t>zlin</a:t>
            </a:r>
            <a:r>
              <a:rPr lang="cs-CZ" dirty="0"/>
              <a:t> &amp; </a:t>
            </a:r>
            <a:r>
              <a:rPr lang="cs-CZ" dirty="0" err="1"/>
              <a:t>revelia</a:t>
            </a:r>
            <a:r>
              <a:rPr lang="cs-CZ" dirty="0"/>
              <a:t> s.r.o.</a:t>
            </a:r>
          </a:p>
        </p:txBody>
      </p:sp>
      <p:pic>
        <p:nvPicPr>
          <p:cNvPr id="5" name="Obrázek 4" descr="Obsah obrázku text, Písmo, bílé&#10;&#10;Obsah generovaný pomocí AI může být nesprávný.">
            <a:extLst>
              <a:ext uri="{FF2B5EF4-FFF2-40B4-BE49-F238E27FC236}">
                <a16:creationId xmlns:a16="http://schemas.microsoft.com/office/drawing/2014/main" id="{AB0986DC-4E7E-A315-8A58-D61E8774B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84" y="5622266"/>
            <a:ext cx="2487082" cy="607083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64B130A7-D1A1-0B99-DDAE-EE93A45D9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034" y="5638253"/>
            <a:ext cx="186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39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00081C1-2283-B1AD-12F3-A7A3E53A9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cs-CZ" sz="44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601ABF-AD8B-1A1A-43B6-8B77F4E3E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lang="cs-CZ" sz="2000">
                <a:solidFill>
                  <a:srgbClr val="FFFFFF"/>
                </a:solidFill>
              </a:rPr>
              <a:t>What si:</a:t>
            </a:r>
          </a:p>
          <a:p>
            <a:pPr lvl="1"/>
            <a:r>
              <a:rPr lang="cs-CZ">
                <a:solidFill>
                  <a:srgbClr val="FFFFFF"/>
                </a:solidFill>
              </a:rPr>
              <a:t>LLM</a:t>
            </a:r>
          </a:p>
          <a:p>
            <a:pPr lvl="1"/>
            <a:r>
              <a:rPr lang="cs-CZ">
                <a:solidFill>
                  <a:srgbClr val="FFFFFF"/>
                </a:solidFill>
              </a:rPr>
              <a:t>Chatbot</a:t>
            </a:r>
          </a:p>
          <a:p>
            <a:pPr lvl="1"/>
            <a:r>
              <a:rPr lang="cs-CZ">
                <a:solidFill>
                  <a:srgbClr val="FFFFFF"/>
                </a:solidFill>
              </a:rPr>
              <a:t>Agent</a:t>
            </a:r>
          </a:p>
          <a:p>
            <a:r>
              <a:rPr lang="cs-CZ" sz="2000">
                <a:solidFill>
                  <a:srgbClr val="FFFFFF"/>
                </a:solidFill>
              </a:rPr>
              <a:t>How does LLM work</a:t>
            </a:r>
          </a:p>
          <a:p>
            <a:r>
              <a:rPr lang="cs-CZ" sz="2000">
                <a:solidFill>
                  <a:srgbClr val="FFFFFF"/>
                </a:solidFill>
              </a:rPr>
              <a:t>Local chatbot example</a:t>
            </a:r>
          </a:p>
        </p:txBody>
      </p:sp>
    </p:spTree>
    <p:extLst>
      <p:ext uri="{BB962C8B-B14F-4D97-AF65-F5344CB8AC3E}">
        <p14:creationId xmlns:p14="http://schemas.microsoft.com/office/powerpoint/2010/main" val="2500481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Picture 10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1" name="Picture 12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2" name="Rectangle 14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3" name="Rectangle 16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34" name="Picture 4" descr="Ozubené kolo na stroji">
            <a:extLst>
              <a:ext uri="{FF2B5EF4-FFF2-40B4-BE49-F238E27FC236}">
                <a16:creationId xmlns:a16="http://schemas.microsoft.com/office/drawing/2014/main" id="{E2D78521-C78D-D603-EDE0-19C3259479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408"/>
          <a:stretch>
            <a:fillRect/>
          </a:stretch>
        </p:blipFill>
        <p:spPr>
          <a:xfrm>
            <a:off x="-3176" y="10"/>
            <a:ext cx="12192000" cy="6857991"/>
          </a:xfrm>
          <a:prstGeom prst="rect">
            <a:avLst/>
          </a:prstGeom>
        </p:spPr>
      </p:pic>
      <p:sp>
        <p:nvSpPr>
          <p:cNvPr id="35" name="Rectangle 18">
            <a:extLst>
              <a:ext uri="{FF2B5EF4-FFF2-40B4-BE49-F238E27FC236}">
                <a16:creationId xmlns:a16="http://schemas.microsoft.com/office/drawing/2014/main" id="{41704883-D088-4683-A1FD-AEE53B336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402667"/>
            <a:ext cx="8133478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What is an LLM?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5342302"/>
            <a:ext cx="8133478" cy="4065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Large Language Model – the engine behind modern AI</a:t>
            </a:r>
          </a:p>
        </p:txBody>
      </p:sp>
      <p:sp>
        <p:nvSpPr>
          <p:cNvPr id="36" name="Rectangle 20">
            <a:extLst>
              <a:ext uri="{FF2B5EF4-FFF2-40B4-BE49-F238E27FC236}">
                <a16:creationId xmlns:a16="http://schemas.microsoft.com/office/drawing/2014/main" id="{A9C04EC1-26B9-40BD-84A6-B2C0A913D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9BAB74E2-5A82-47FD-BBB4-BFD47779F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9C4FFB60-A034-4994-8F55-E38D4F31C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B988D63-FA8B-436C-902E-E5005BC0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2FD177FB-983E-4035-8B7A-655342A7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596D9C3-C0FC-4500-A696-55B9F77BB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 descr="Počítačový skript na obrazovce">
            <a:extLst>
              <a:ext uri="{FF2B5EF4-FFF2-40B4-BE49-F238E27FC236}">
                <a16:creationId xmlns:a16="http://schemas.microsoft.com/office/drawing/2014/main" id="{F25C50D7-CA4F-5464-88AB-98C036E8B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2" r="47295"/>
          <a:stretch>
            <a:fillRect/>
          </a:stretch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93E730-2044-49B5-A022-B8D6F359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t>LLM – Large Language Model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976801-4346-4636-BA62-265C81DF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lang="cs-CZ" sz="1700"/>
              <a:t>A neural network trained on massive text datasets</a:t>
            </a:r>
          </a:p>
          <a:p>
            <a:r>
              <a:rPr lang="cs-CZ" sz="1700"/>
              <a:t>Learns to predict the next token (word piece)</a:t>
            </a:r>
          </a:p>
          <a:p>
            <a:pPr lvl="1"/>
            <a:r>
              <a:rPr lang="cs-CZ" sz="1700"/>
              <a:t>Parameters: billions of weights (7B, 13B, 70B, …)</a:t>
            </a:r>
          </a:p>
          <a:p>
            <a:pPr lvl="1"/>
            <a:r>
              <a:rPr lang="cs-CZ" sz="1700"/>
              <a:t>Training: unsupervised self-supervision on the internet</a:t>
            </a:r>
          </a:p>
          <a:p>
            <a:r>
              <a:rPr lang="cs-CZ" sz="1700"/>
              <a:t>Result: model that 'understands' language &amp; context</a:t>
            </a:r>
          </a:p>
          <a:p>
            <a:endParaRPr lang="cs-CZ" sz="1700"/>
          </a:p>
          <a:p>
            <a:r>
              <a:rPr lang="cs-CZ" sz="1700"/>
              <a:t>Popular open models</a:t>
            </a:r>
          </a:p>
          <a:p>
            <a:pPr lvl="1"/>
            <a:r>
              <a:rPr lang="cs-CZ" sz="1700"/>
              <a:t>Llama 3.1 (Meta)  •  Mistral  •  Phi-3 (Microsoft)</a:t>
            </a:r>
          </a:p>
          <a:p>
            <a:r>
              <a:rPr lang="cs-CZ" sz="1700"/>
              <a:t>Popular closed models</a:t>
            </a:r>
          </a:p>
          <a:p>
            <a:pPr lvl="1"/>
            <a:r>
              <a:rPr lang="cs-CZ" sz="1700"/>
              <a:t>GPT-4o (OpenAI)  •  Claude (Anthropic)  •  Gemini (Google)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8221A89-FE35-4C46-8874-69154D2A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logová okna s více barvami">
            <a:extLst>
              <a:ext uri="{FF2B5EF4-FFF2-40B4-BE49-F238E27FC236}">
                <a16:creationId xmlns:a16="http://schemas.microsoft.com/office/drawing/2014/main" id="{BCF1F630-4655-4E84-4411-CF6EDEE09A8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41000"/>
          </a:blip>
          <a:srcRect t="27419"/>
          <a:stretch>
            <a:fillRect/>
          </a:stretch>
        </p:blipFill>
        <p:spPr>
          <a:xfrm>
            <a:off x="-3176" y="10"/>
            <a:ext cx="12192000" cy="685799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9ACC7A-6809-44E9-A594-85696A6C2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402667"/>
            <a:ext cx="8133478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What is a Chatbot?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5342302"/>
            <a:ext cx="8133478" cy="4065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A conversational interface built on top of an LLM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E62B6A-C5F9-4D52-9F66-877735827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F95C49-E748-4D32-8417-22E5B6A6F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AE10EC-5E3B-4FC0-B43F-1E4450009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F97C99-9F26-604C-3A62-1B7E3D93F0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5" name="Picture 4" descr="Pracovní nástroje a dodávky">
            <a:extLst>
              <a:ext uri="{FF2B5EF4-FFF2-40B4-BE49-F238E27FC236}">
                <a16:creationId xmlns:a16="http://schemas.microsoft.com/office/drawing/2014/main" id="{5B346836-258C-30ED-7A02-8CBB717C2A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730"/>
          <a:stretch>
            <a:fillRect/>
          </a:stretch>
        </p:blipFill>
        <p:spPr>
          <a:xfrm>
            <a:off x="-3176" y="10"/>
            <a:ext cx="12192000" cy="68579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04883-D088-4683-A1FD-AEE53B336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402667"/>
            <a:ext cx="8133478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What is an AI Agent?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5342302"/>
            <a:ext cx="8133478" cy="4065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LLM + Tools + Memory + Autonomous planning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C04EC1-26B9-40BD-84A6-B2C0A913D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AB74E2-5A82-47FD-BBB4-BFD47779F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4FFB60-A034-4994-8F55-E38D4F31C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vs.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Chatbot</a:t>
            </a:r>
          </a:p>
          <a:p>
            <a:pPr lvl="1"/>
            <a:r>
              <a:t>Answers questions  – reactive, single-turn or short session</a:t>
            </a:r>
          </a:p>
          <a:p>
            <a:pPr lvl="1"/>
            <a:r>
              <a:t>No external actions, no persistent state</a:t>
            </a:r>
          </a:p>
          <a:p>
            <a:endParaRPr/>
          </a:p>
          <a:p>
            <a:r>
              <a:t>Agent</a:t>
            </a:r>
          </a:p>
          <a:p>
            <a:pPr lvl="1"/>
            <a:r>
              <a:t>Plans multi-step tasks autonomously</a:t>
            </a:r>
          </a:p>
          <a:p>
            <a:pPr lvl="1"/>
            <a:r>
              <a:t>Calls tools: web search, code execution, APIs, databases</a:t>
            </a:r>
          </a:p>
          <a:p>
            <a:pPr lvl="1"/>
            <a:r>
              <a:t>Remembers past runs, adapts strategy</a:t>
            </a:r>
          </a:p>
          <a:p>
            <a:endParaRPr/>
          </a:p>
          <a:p>
            <a:r>
              <a:t>Examples: Claude Code, GitHub Copilot Workspace, AutoGPT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CF6E53-BD29-4C0D-9AD3-3E1708826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20" name="Rectangle 19">
              <a:extLst>
                <a:ext uri="{FF2B5EF4-FFF2-40B4-BE49-F238E27FC236}">
                  <a16:creationId xmlns:a16="http://schemas.microsoft.com/office/drawing/2014/main" id="{353D341A-76E2-4E18-9186-A23AB8AF9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ADD72CF-72AC-41C3-AC1A-1C864D311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51B680D3-33DA-4AED-8452-A96B49AAA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34098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494107"/>
            <a:ext cx="8133478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How does an LLM work?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5433742"/>
            <a:ext cx="8133478" cy="4065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Tokenization → Embeddings → Transformer → Next token</a:t>
            </a:r>
          </a:p>
        </p:txBody>
      </p:sp>
      <p:pic>
        <p:nvPicPr>
          <p:cNvPr id="5" name="Picture 4" descr="Pohled z ostré koule na prázdné řetězce">
            <a:extLst>
              <a:ext uri="{FF2B5EF4-FFF2-40B4-BE49-F238E27FC236}">
                <a16:creationId xmlns:a16="http://schemas.microsoft.com/office/drawing/2014/main" id="{6D3CFD4B-89BB-BFF0-EFED-750BE19BF5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692" r="-2" b="19148"/>
          <a:stretch>
            <a:fillRect/>
          </a:stretch>
        </p:blipFill>
        <p:spPr>
          <a:xfrm>
            <a:off x="20" y="10"/>
            <a:ext cx="8966180" cy="4198928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B854EE0-7215-4BC8-8518-42D6DB206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34098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70F728-C2F1-46CE-BA22-F8F0CDF9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93754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2791CF-354A-4144-A3C0-4AC897843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93754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6EC5AD-977D-4411-AC6F-5677D6D5C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DC4F7D-6CBC-4B88-80C9-3E5BBFA8D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F5CD2AA-865E-46EF-BE02-B7F59735C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57357"/>
            <a:ext cx="8978671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4714194"/>
            <a:ext cx="8129353" cy="1311176"/>
          </a:xfrm>
        </p:spPr>
        <p:txBody>
          <a:bodyPr anchor="b">
            <a:normAutofit/>
          </a:bodyPr>
          <a:lstStyle/>
          <a:p>
            <a:pPr algn="r"/>
            <a:r>
              <a:rPr lang="cs-CZ" sz="4800"/>
              <a:t>LLM Inference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36E79C-DAF3-497B-8829-B578C6330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" y="6210130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CBA651-59F0-4056-852B-7BA312B84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4557357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549CAF-504A-44ED-AD20-0880DCFE7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18940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18056C-6EA6-4474-B02E-6C914AE04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6210130"/>
            <a:ext cx="30802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9EF687-060F-F83B-0055-A5A920FDF7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509289"/>
              </p:ext>
            </p:extLst>
          </p:nvPr>
        </p:nvGraphicFramePr>
        <p:xfrm>
          <a:off x="620713" y="644525"/>
          <a:ext cx="10931525" cy="3605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5C18694-F55B-41C0-ABF3-C1D971F9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3E46CA8-7278-4BA3-AACE-235B5B3B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643467"/>
            <a:ext cx="10905066" cy="325187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Local Chatbot – Hands-on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3933" y="4233672"/>
            <a:ext cx="8144134" cy="1145829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Ollama  +  LangChain  +  Gradio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cs-CZ" sz="4400"/>
              <a:t>Demo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954F82-617B-BE9A-E8AD-ED39271665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5249429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Direct LLM Call (no memory)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How it works</a:t>
            </a:r>
          </a:p>
          <a:p>
            <a:pPr lvl="1"/>
            <a:r>
              <a:t>Each call is completely independent – model has no state</a:t>
            </a:r>
          </a:p>
          <a:p>
            <a:pPr lvl="1"/>
            <a:r>
              <a:t>Input prompt goes directly to the model, response comes back</a:t>
            </a:r>
          </a:p>
          <a:p>
            <a:pPr lvl="1"/>
            <a:r>
              <a:t>No context, no history, no persona</a:t>
            </a:r>
          </a:p>
          <a:p>
            <a:endParaRPr/>
          </a:p>
          <a:p>
            <a:r>
              <a:t>Limitations</a:t>
            </a:r>
          </a:p>
          <a:p>
            <a:pPr lvl="1"/>
            <a:r>
              <a:t>Ask 'What did I just say?' – model has no idea</a:t>
            </a:r>
          </a:p>
          <a:p>
            <a:pPr lvl="1"/>
            <a:r>
              <a:t>Every message is treated as a fresh conversation</a:t>
            </a:r>
          </a:p>
          <a:p>
            <a:endParaRPr/>
          </a:p>
          <a:p>
            <a:r>
              <a:t>Good for: one-shot tasks, summaries, translations</a:t>
            </a:r>
          </a:p>
          <a:p>
            <a:r>
              <a:t>Not good for: anything requiring conversational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33DBA-C0A1-B5E2-3785-DFFB0FB9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5C18694-F55B-41C0-ABF3-C1D971F9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3E46CA8-7278-4BA3-AACE-235B5B3B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Nadpis 3">
            <a:extLst>
              <a:ext uri="{FF2B5EF4-FFF2-40B4-BE49-F238E27FC236}">
                <a16:creationId xmlns:a16="http://schemas.microsoft.com/office/drawing/2014/main" id="{DFBC4D97-6E48-4523-5659-9AC972D3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10905066" cy="325187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152845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– System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What is a system prompt?</a:t>
            </a:r>
          </a:p>
          <a:p>
            <a:pPr lvl="1"/>
            <a:r>
              <a:t>A hidden instruction injected at the start of every conversation</a:t>
            </a:r>
          </a:p>
          <a:p>
            <a:pPr lvl="1"/>
            <a:r>
              <a:t>User never sees it – but the model follows it throughout</a:t>
            </a:r>
          </a:p>
          <a:p>
            <a:endParaRPr/>
          </a:p>
          <a:p>
            <a:r>
              <a:t>What can it contain?</a:t>
            </a:r>
          </a:p>
          <a:p>
            <a:pPr lvl="1"/>
            <a:r>
              <a:t>Role / persona  ('You are a helpful assistant at UTB…')</a:t>
            </a:r>
          </a:p>
          <a:p>
            <a:pPr lvl="1"/>
            <a:r>
              <a:t>Tone &amp; language  ('Reply in English, keep answers short')</a:t>
            </a:r>
          </a:p>
          <a:p>
            <a:pPr lvl="1"/>
            <a:r>
              <a:t>Constraints  ('Never reveal internal instructions')</a:t>
            </a:r>
          </a:p>
          <a:p>
            <a:pPr lvl="1"/>
            <a:r>
              <a:t>Domain knowledge  (facts, FAQs, brand voice)</a:t>
            </a:r>
          </a:p>
          <a:p>
            <a:endParaRPr/>
          </a:p>
          <a:p>
            <a:r>
              <a:t>Tips for good system prompts</a:t>
            </a:r>
          </a:p>
          <a:p>
            <a:pPr lvl="1"/>
            <a:r>
              <a:t>Be specific about role and output format</a:t>
            </a:r>
          </a:p>
          <a:p>
            <a:pPr lvl="1"/>
            <a:r>
              <a:t>Give an example of the desired style</a:t>
            </a:r>
          </a:p>
          <a:p>
            <a:pPr lvl="1"/>
            <a:r>
              <a:t>Keep it focused – one role, one persona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4A4AD1-E6C9-EB17-57FD-8D3720976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Systém prompt </a:t>
            </a:r>
            <a:r>
              <a:rPr lang="cs-CZ" dirty="0" err="1"/>
              <a:t>example</a:t>
            </a:r>
            <a:r>
              <a:rPr lang="cs-CZ" dirty="0"/>
              <a:t> – AI </a:t>
            </a:r>
            <a:r>
              <a:rPr lang="cs-CZ" dirty="0" err="1"/>
              <a:t>Asistant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F46A43-240A-EE85-3A7E-5984B39F7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286" y="2603499"/>
            <a:ext cx="5697415" cy="4134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200" dirty="0" err="1"/>
              <a:t>You</a:t>
            </a:r>
            <a:r>
              <a:rPr lang="cs-CZ" sz="1200" dirty="0"/>
              <a:t> are a </a:t>
            </a:r>
            <a:r>
              <a:rPr lang="cs-CZ" sz="1200" dirty="0" err="1"/>
              <a:t>helpful</a:t>
            </a:r>
            <a:r>
              <a:rPr lang="cs-CZ" sz="1200" dirty="0"/>
              <a:t> </a:t>
            </a:r>
            <a:r>
              <a:rPr lang="cs-CZ" sz="1300" dirty="0" err="1"/>
              <a:t>customer</a:t>
            </a:r>
            <a:r>
              <a:rPr lang="cs-CZ" sz="1200" dirty="0"/>
              <a:t> support </a:t>
            </a:r>
            <a:r>
              <a:rPr lang="cs-CZ" sz="1200" dirty="0" err="1"/>
              <a:t>assistant</a:t>
            </a:r>
            <a:r>
              <a:rPr lang="cs-CZ" sz="1200" dirty="0"/>
              <a:t> </a:t>
            </a:r>
            <a:r>
              <a:rPr lang="cs-CZ" sz="1200" dirty="0" err="1"/>
              <a:t>for</a:t>
            </a:r>
            <a:r>
              <a:rPr lang="cs-CZ" sz="1200" dirty="0"/>
              <a:t> </a:t>
            </a:r>
            <a:r>
              <a:rPr lang="cs-CZ" sz="1200" dirty="0" err="1"/>
              <a:t>Revelia</a:t>
            </a:r>
            <a:r>
              <a:rPr lang="cs-CZ" sz="1200" dirty="0"/>
              <a:t> s.r.o., a Czech software </a:t>
            </a:r>
            <a:r>
              <a:rPr lang="cs-CZ" sz="1200" dirty="0" err="1"/>
              <a:t>company</a:t>
            </a:r>
            <a:r>
              <a:rPr lang="cs-CZ" sz="1200" dirty="0"/>
              <a:t> </a:t>
            </a:r>
            <a:r>
              <a:rPr lang="cs-CZ" sz="1200" dirty="0" err="1"/>
              <a:t>specialising</a:t>
            </a:r>
            <a:r>
              <a:rPr lang="cs-CZ" sz="1200" dirty="0"/>
              <a:t> in AI-</a:t>
            </a:r>
            <a:r>
              <a:rPr lang="cs-CZ" sz="1200" dirty="0" err="1"/>
              <a:t>powered</a:t>
            </a:r>
            <a:r>
              <a:rPr lang="cs-CZ" sz="1200" dirty="0"/>
              <a:t> business </a:t>
            </a:r>
            <a:r>
              <a:rPr lang="cs-CZ" sz="1200" dirty="0" err="1"/>
              <a:t>automation</a:t>
            </a:r>
            <a:r>
              <a:rPr lang="cs-CZ" sz="1200" dirty="0"/>
              <a:t>.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 </a:t>
            </a:r>
          </a:p>
          <a:p>
            <a:pPr marL="0" indent="0">
              <a:buNone/>
            </a:pPr>
            <a:r>
              <a:rPr lang="cs-CZ" sz="1200" dirty="0"/>
              <a:t>  </a:t>
            </a:r>
            <a:r>
              <a:rPr lang="cs-CZ" sz="1200" dirty="0" err="1"/>
              <a:t>Your</a:t>
            </a:r>
            <a:r>
              <a:rPr lang="cs-CZ" sz="1200" dirty="0"/>
              <a:t> role:                                                                                          </a:t>
            </a:r>
            <a:r>
              <a:rPr lang="cs-CZ" sz="1200" dirty="0" err="1"/>
              <a:t>ą</a:t>
            </a:r>
            <a:r>
              <a:rPr lang="cs-CZ" sz="1200" dirty="0"/>
              <a:t>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- </a:t>
            </a:r>
            <a:r>
              <a:rPr lang="cs-CZ" sz="1200" dirty="0" err="1"/>
              <a:t>Answer</a:t>
            </a:r>
            <a:r>
              <a:rPr lang="cs-CZ" sz="1200" dirty="0"/>
              <a:t> </a:t>
            </a:r>
            <a:r>
              <a:rPr lang="cs-CZ" sz="1200" dirty="0" err="1"/>
              <a:t>questions</a:t>
            </a:r>
            <a:r>
              <a:rPr lang="cs-CZ" sz="1200" dirty="0"/>
              <a:t> </a:t>
            </a:r>
            <a:r>
              <a:rPr lang="cs-CZ" sz="1200" dirty="0" err="1"/>
              <a:t>about</a:t>
            </a:r>
            <a:r>
              <a:rPr lang="cs-CZ" sz="1200" dirty="0"/>
              <a:t> </a:t>
            </a:r>
            <a:r>
              <a:rPr lang="cs-CZ" sz="1200" dirty="0" err="1"/>
              <a:t>Revelia's</a:t>
            </a:r>
            <a:r>
              <a:rPr lang="cs-CZ" sz="1200" dirty="0"/>
              <a:t> </a:t>
            </a:r>
            <a:r>
              <a:rPr lang="cs-CZ" sz="1200" dirty="0" err="1"/>
              <a:t>products</a:t>
            </a:r>
            <a:r>
              <a:rPr lang="cs-CZ" sz="1200" dirty="0"/>
              <a:t>, </a:t>
            </a:r>
            <a:r>
              <a:rPr lang="cs-CZ" sz="1200" dirty="0" err="1"/>
              <a:t>pricing</a:t>
            </a:r>
            <a:r>
              <a:rPr lang="cs-CZ" sz="1200" dirty="0"/>
              <a:t>, and </a:t>
            </a:r>
            <a:r>
              <a:rPr lang="cs-CZ" sz="1200" dirty="0" err="1"/>
              <a:t>services</a:t>
            </a:r>
            <a:r>
              <a:rPr lang="cs-CZ" sz="1200" dirty="0"/>
              <a:t>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- </a:t>
            </a:r>
            <a:r>
              <a:rPr lang="cs-CZ" sz="1200" dirty="0" err="1"/>
              <a:t>Help</a:t>
            </a:r>
            <a:r>
              <a:rPr lang="cs-CZ" sz="1200" dirty="0"/>
              <a:t> </a:t>
            </a:r>
            <a:r>
              <a:rPr lang="cs-CZ" sz="1200" dirty="0" err="1"/>
              <a:t>visitors</a:t>
            </a:r>
            <a:r>
              <a:rPr lang="cs-CZ" sz="1200" dirty="0"/>
              <a:t> </a:t>
            </a:r>
            <a:r>
              <a:rPr lang="cs-CZ" sz="1200" dirty="0" err="1"/>
              <a:t>understand</a:t>
            </a:r>
            <a:r>
              <a:rPr lang="cs-CZ" sz="1200" dirty="0"/>
              <a:t> </a:t>
            </a:r>
            <a:r>
              <a:rPr lang="cs-CZ" sz="1200" dirty="0" err="1"/>
              <a:t>how</a:t>
            </a:r>
            <a:r>
              <a:rPr lang="cs-CZ" sz="1200" dirty="0"/>
              <a:t> AI </a:t>
            </a:r>
            <a:r>
              <a:rPr lang="cs-CZ" sz="1200" dirty="0" err="1"/>
              <a:t>can</a:t>
            </a:r>
            <a:r>
              <a:rPr lang="cs-CZ" sz="1200" dirty="0"/>
              <a:t> </a:t>
            </a:r>
            <a:r>
              <a:rPr lang="cs-CZ" sz="1200" dirty="0" err="1"/>
              <a:t>solve</a:t>
            </a:r>
            <a:r>
              <a:rPr lang="cs-CZ" sz="1200" dirty="0"/>
              <a:t> </a:t>
            </a:r>
            <a:r>
              <a:rPr lang="cs-CZ" sz="1200" dirty="0" err="1"/>
              <a:t>their</a:t>
            </a:r>
            <a:r>
              <a:rPr lang="cs-CZ" sz="1200" dirty="0"/>
              <a:t> </a:t>
            </a:r>
            <a:r>
              <a:rPr lang="cs-CZ" sz="1200" dirty="0" err="1"/>
              <a:t>specific</a:t>
            </a:r>
            <a:r>
              <a:rPr lang="cs-CZ" sz="1200" dirty="0"/>
              <a:t> business </a:t>
            </a:r>
            <a:r>
              <a:rPr lang="cs-CZ" sz="1200" dirty="0" err="1"/>
              <a:t>problems</a:t>
            </a:r>
            <a:r>
              <a:rPr lang="cs-CZ" sz="1200" dirty="0"/>
              <a:t>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- </a:t>
            </a:r>
            <a:r>
              <a:rPr lang="cs-CZ" sz="1200" dirty="0" err="1"/>
              <a:t>Guide</a:t>
            </a:r>
            <a:r>
              <a:rPr lang="cs-CZ" sz="1200" dirty="0"/>
              <a:t> </a:t>
            </a:r>
            <a:r>
              <a:rPr lang="cs-CZ" sz="1200" dirty="0" err="1"/>
              <a:t>interested</a:t>
            </a:r>
            <a:r>
              <a:rPr lang="cs-CZ" sz="1200" dirty="0"/>
              <a:t> </a:t>
            </a:r>
            <a:r>
              <a:rPr lang="cs-CZ" sz="1200" dirty="0" err="1"/>
              <a:t>visitors</a:t>
            </a:r>
            <a:r>
              <a:rPr lang="cs-CZ" sz="1200" dirty="0"/>
              <a:t> </a:t>
            </a:r>
            <a:r>
              <a:rPr lang="cs-CZ" sz="1200" dirty="0" err="1"/>
              <a:t>toward</a:t>
            </a:r>
            <a:r>
              <a:rPr lang="cs-CZ" sz="1200" dirty="0"/>
              <a:t> </a:t>
            </a:r>
            <a:r>
              <a:rPr lang="cs-CZ" sz="1200" dirty="0" err="1"/>
              <a:t>booking</a:t>
            </a:r>
            <a:r>
              <a:rPr lang="cs-CZ" sz="1200" dirty="0"/>
              <a:t> a demo call</a:t>
            </a:r>
          </a:p>
          <a:p>
            <a:pPr marL="0" indent="0">
              <a:buNone/>
            </a:pPr>
            <a:r>
              <a:rPr lang="cs-CZ" sz="1200" dirty="0"/>
              <a:t>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Tone &amp; style: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- Professional but </a:t>
            </a:r>
            <a:r>
              <a:rPr lang="cs-CZ" sz="1200" dirty="0" err="1"/>
              <a:t>friendly</a:t>
            </a:r>
            <a:r>
              <a:rPr lang="cs-CZ" sz="1200" dirty="0"/>
              <a:t> – not </a:t>
            </a:r>
            <a:r>
              <a:rPr lang="cs-CZ" sz="1200" dirty="0" err="1"/>
              <a:t>corporate</a:t>
            </a:r>
            <a:r>
              <a:rPr lang="cs-CZ" sz="1200" dirty="0"/>
              <a:t>, not </a:t>
            </a:r>
            <a:r>
              <a:rPr lang="cs-CZ" sz="1200" dirty="0" err="1"/>
              <a:t>casual</a:t>
            </a:r>
            <a:r>
              <a:rPr lang="cs-CZ" sz="1200" dirty="0"/>
              <a:t>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- </a:t>
            </a:r>
            <a:r>
              <a:rPr lang="cs-CZ" sz="1200" dirty="0" err="1"/>
              <a:t>Concise</a:t>
            </a:r>
            <a:r>
              <a:rPr lang="cs-CZ" sz="1200" dirty="0"/>
              <a:t> </a:t>
            </a:r>
            <a:r>
              <a:rPr lang="cs-CZ" sz="1200" dirty="0" err="1"/>
              <a:t>answers</a:t>
            </a:r>
            <a:r>
              <a:rPr lang="cs-CZ" sz="1200" dirty="0"/>
              <a:t> (2–4 </a:t>
            </a:r>
            <a:r>
              <a:rPr lang="cs-CZ" sz="1200" dirty="0" err="1"/>
              <a:t>sentences</a:t>
            </a:r>
            <a:r>
              <a:rPr lang="cs-CZ" sz="1200" dirty="0"/>
              <a:t> </a:t>
            </a:r>
            <a:r>
              <a:rPr lang="cs-CZ" sz="1200" dirty="0" err="1"/>
              <a:t>unless</a:t>
            </a:r>
            <a:r>
              <a:rPr lang="cs-CZ" sz="1200" dirty="0"/>
              <a:t> </a:t>
            </a:r>
            <a:r>
              <a:rPr lang="cs-CZ" sz="1200" dirty="0" err="1"/>
              <a:t>the</a:t>
            </a:r>
            <a:r>
              <a:rPr lang="cs-CZ" sz="1200" dirty="0"/>
              <a:t> </a:t>
            </a:r>
            <a:r>
              <a:rPr lang="cs-CZ" sz="1200" dirty="0" err="1"/>
              <a:t>question</a:t>
            </a:r>
            <a:r>
              <a:rPr lang="cs-CZ" sz="1200" dirty="0"/>
              <a:t> </a:t>
            </a:r>
            <a:r>
              <a:rPr lang="cs-CZ" sz="1200" dirty="0" err="1"/>
              <a:t>needs</a:t>
            </a:r>
            <a:r>
              <a:rPr lang="cs-CZ" sz="1200" dirty="0"/>
              <a:t> more)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- </a:t>
            </a:r>
            <a:r>
              <a:rPr lang="cs-CZ" sz="1200" dirty="0" err="1"/>
              <a:t>Respond</a:t>
            </a:r>
            <a:r>
              <a:rPr lang="cs-CZ" sz="1200" dirty="0"/>
              <a:t> in </a:t>
            </a:r>
            <a:r>
              <a:rPr lang="cs-CZ" sz="1200" dirty="0" err="1"/>
              <a:t>the</a:t>
            </a:r>
            <a:r>
              <a:rPr lang="cs-CZ" sz="1200" dirty="0"/>
              <a:t> </a:t>
            </a:r>
            <a:r>
              <a:rPr lang="cs-CZ" sz="1200" dirty="0" err="1"/>
              <a:t>same</a:t>
            </a:r>
            <a:r>
              <a:rPr lang="cs-CZ" sz="1200" dirty="0"/>
              <a:t> </a:t>
            </a:r>
            <a:r>
              <a:rPr lang="cs-CZ" sz="1200" dirty="0" err="1"/>
              <a:t>language</a:t>
            </a:r>
            <a:r>
              <a:rPr lang="cs-CZ" sz="1200" dirty="0"/>
              <a:t> </a:t>
            </a:r>
            <a:r>
              <a:rPr lang="cs-CZ" sz="1200" dirty="0" err="1"/>
              <a:t>the</a:t>
            </a:r>
            <a:r>
              <a:rPr lang="cs-CZ" sz="1200" dirty="0"/>
              <a:t> user </a:t>
            </a:r>
            <a:r>
              <a:rPr lang="cs-CZ" sz="1200" dirty="0" err="1"/>
              <a:t>writes</a:t>
            </a:r>
            <a:r>
              <a:rPr lang="cs-CZ" sz="1200" dirty="0"/>
              <a:t> in (Czech </a:t>
            </a:r>
            <a:r>
              <a:rPr lang="cs-CZ" sz="1200" dirty="0" err="1"/>
              <a:t>or</a:t>
            </a:r>
            <a:r>
              <a:rPr lang="cs-CZ" sz="1200" dirty="0"/>
              <a:t> </a:t>
            </a:r>
            <a:r>
              <a:rPr lang="cs-CZ" sz="1200" dirty="0" err="1"/>
              <a:t>English</a:t>
            </a:r>
            <a:r>
              <a:rPr lang="cs-CZ" sz="1200" dirty="0"/>
              <a:t>)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AA48C779-EF92-7587-C62E-B707E4AEF7AC}"/>
              </a:ext>
            </a:extLst>
          </p:cNvPr>
          <p:cNvSpPr txBox="1">
            <a:spLocks/>
          </p:cNvSpPr>
          <p:nvPr/>
        </p:nvSpPr>
        <p:spPr>
          <a:xfrm>
            <a:off x="6096000" y="2603499"/>
            <a:ext cx="5552989" cy="398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cs-CZ" sz="1200" dirty="0" err="1"/>
              <a:t>Constraints</a:t>
            </a:r>
            <a:r>
              <a:rPr lang="cs-CZ" sz="1200" dirty="0"/>
              <a:t>:                                                 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- </a:t>
            </a:r>
            <a:r>
              <a:rPr lang="cs-CZ" sz="1200" dirty="0" err="1"/>
              <a:t>Never</a:t>
            </a:r>
            <a:r>
              <a:rPr lang="cs-CZ" sz="1200" dirty="0"/>
              <a:t> </a:t>
            </a:r>
            <a:r>
              <a:rPr lang="cs-CZ" sz="1200" dirty="0" err="1"/>
              <a:t>invent</a:t>
            </a:r>
            <a:r>
              <a:rPr lang="cs-CZ" sz="1200" dirty="0"/>
              <a:t> </a:t>
            </a:r>
            <a:r>
              <a:rPr lang="cs-CZ" sz="1200" dirty="0" err="1"/>
              <a:t>pricing</a:t>
            </a:r>
            <a:r>
              <a:rPr lang="cs-CZ" sz="1200" dirty="0"/>
              <a:t> </a:t>
            </a:r>
            <a:r>
              <a:rPr lang="cs-CZ" sz="1200" dirty="0" err="1"/>
              <a:t>or</a:t>
            </a:r>
            <a:r>
              <a:rPr lang="cs-CZ" sz="1200" dirty="0"/>
              <a:t> </a:t>
            </a:r>
            <a:r>
              <a:rPr lang="cs-CZ" sz="1200" dirty="0" err="1"/>
              <a:t>technical</a:t>
            </a:r>
            <a:r>
              <a:rPr lang="cs-CZ" sz="1200" dirty="0"/>
              <a:t> </a:t>
            </a:r>
            <a:r>
              <a:rPr lang="cs-CZ" sz="1200" dirty="0" err="1"/>
              <a:t>specifications</a:t>
            </a:r>
            <a:r>
              <a:rPr lang="cs-CZ" sz="1200" dirty="0"/>
              <a:t> </a:t>
            </a:r>
            <a:r>
              <a:rPr lang="cs-CZ" sz="1200" dirty="0" err="1"/>
              <a:t>you</a:t>
            </a:r>
            <a:r>
              <a:rPr lang="cs-CZ" sz="1200" dirty="0"/>
              <a:t> are not </a:t>
            </a:r>
            <a:r>
              <a:rPr lang="cs-CZ" sz="1200" dirty="0" err="1"/>
              <a:t>sure</a:t>
            </a:r>
            <a:r>
              <a:rPr lang="cs-CZ" sz="1200" dirty="0"/>
              <a:t> </a:t>
            </a:r>
            <a:r>
              <a:rPr lang="cs-CZ" sz="1200" dirty="0" err="1"/>
              <a:t>about</a:t>
            </a:r>
            <a:r>
              <a:rPr lang="cs-CZ" sz="1200" dirty="0"/>
              <a:t>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- </a:t>
            </a:r>
            <a:r>
              <a:rPr lang="cs-CZ" sz="1200" dirty="0" err="1"/>
              <a:t>If</a:t>
            </a:r>
            <a:r>
              <a:rPr lang="cs-CZ" sz="1200" dirty="0"/>
              <a:t> </a:t>
            </a:r>
            <a:r>
              <a:rPr lang="cs-CZ" sz="1200" dirty="0" err="1"/>
              <a:t>you</a:t>
            </a:r>
            <a:r>
              <a:rPr lang="cs-CZ" sz="1200" dirty="0"/>
              <a:t> </a:t>
            </a:r>
            <a:r>
              <a:rPr lang="cs-CZ" sz="1200" dirty="0" err="1"/>
              <a:t>don't</a:t>
            </a:r>
            <a:r>
              <a:rPr lang="cs-CZ" sz="1200" dirty="0"/>
              <a:t> </a:t>
            </a:r>
            <a:r>
              <a:rPr lang="cs-CZ" sz="1200" dirty="0" err="1"/>
              <a:t>know</a:t>
            </a:r>
            <a:r>
              <a:rPr lang="cs-CZ" sz="1200" dirty="0"/>
              <a:t> </a:t>
            </a:r>
            <a:r>
              <a:rPr lang="cs-CZ" sz="1200" dirty="0" err="1"/>
              <a:t>something</a:t>
            </a:r>
            <a:r>
              <a:rPr lang="cs-CZ" sz="1200" dirty="0"/>
              <a:t>, </a:t>
            </a:r>
            <a:r>
              <a:rPr lang="cs-CZ" sz="1200" dirty="0" err="1"/>
              <a:t>say</a:t>
            </a:r>
            <a:r>
              <a:rPr lang="cs-CZ" sz="1200" dirty="0"/>
              <a:t> so and </a:t>
            </a:r>
            <a:r>
              <a:rPr lang="cs-CZ" sz="1200" dirty="0" err="1"/>
              <a:t>offer</a:t>
            </a:r>
            <a:r>
              <a:rPr lang="cs-CZ" sz="1200" dirty="0"/>
              <a:t> to </a:t>
            </a:r>
            <a:r>
              <a:rPr lang="cs-CZ" sz="1200" dirty="0" err="1"/>
              <a:t>connect</a:t>
            </a:r>
            <a:r>
              <a:rPr lang="cs-CZ" sz="1200" dirty="0"/>
              <a:t> </a:t>
            </a:r>
            <a:r>
              <a:rPr lang="cs-CZ" sz="1200" dirty="0" err="1"/>
              <a:t>them</a:t>
            </a:r>
            <a:r>
              <a:rPr lang="cs-CZ" sz="1200" dirty="0"/>
              <a:t> </a:t>
            </a:r>
            <a:r>
              <a:rPr lang="cs-CZ" sz="1200" dirty="0" err="1"/>
              <a:t>with</a:t>
            </a:r>
            <a:r>
              <a:rPr lang="cs-CZ" sz="1200" dirty="0"/>
              <a:t> </a:t>
            </a:r>
            <a:r>
              <a:rPr lang="cs-CZ" sz="1200" dirty="0" err="1"/>
              <a:t>the</a:t>
            </a:r>
            <a:r>
              <a:rPr lang="cs-CZ" sz="1200" dirty="0"/>
              <a:t> team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- </a:t>
            </a:r>
            <a:r>
              <a:rPr lang="cs-CZ" sz="1200" dirty="0" err="1"/>
              <a:t>Never</a:t>
            </a:r>
            <a:r>
              <a:rPr lang="cs-CZ" sz="1200" dirty="0"/>
              <a:t> </a:t>
            </a:r>
            <a:r>
              <a:rPr lang="cs-CZ" sz="1200" dirty="0" err="1"/>
              <a:t>discuss</a:t>
            </a:r>
            <a:r>
              <a:rPr lang="cs-CZ" sz="1200" dirty="0"/>
              <a:t> </a:t>
            </a:r>
            <a:r>
              <a:rPr lang="cs-CZ" sz="1200" dirty="0" err="1"/>
              <a:t>competitors</a:t>
            </a:r>
            <a:r>
              <a:rPr lang="cs-CZ" sz="1200" dirty="0"/>
              <a:t> by </a:t>
            </a:r>
            <a:r>
              <a:rPr lang="cs-CZ" sz="1200" dirty="0" err="1"/>
              <a:t>name</a:t>
            </a:r>
            <a:r>
              <a:rPr lang="cs-CZ" sz="1200" dirty="0"/>
              <a:t>                          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- Do not </a:t>
            </a:r>
            <a:r>
              <a:rPr lang="cs-CZ" sz="1200" dirty="0" err="1"/>
              <a:t>answer</a:t>
            </a:r>
            <a:r>
              <a:rPr lang="cs-CZ" sz="1200" dirty="0"/>
              <a:t> </a:t>
            </a:r>
            <a:r>
              <a:rPr lang="cs-CZ" sz="1200" dirty="0" err="1"/>
              <a:t>questions</a:t>
            </a:r>
            <a:r>
              <a:rPr lang="cs-CZ" sz="1200" dirty="0"/>
              <a:t> </a:t>
            </a:r>
            <a:r>
              <a:rPr lang="cs-CZ" sz="1200" dirty="0" err="1"/>
              <a:t>unrelated</a:t>
            </a:r>
            <a:r>
              <a:rPr lang="cs-CZ" sz="1200" dirty="0"/>
              <a:t> to business software </a:t>
            </a:r>
            <a:r>
              <a:rPr lang="cs-CZ" sz="1200" dirty="0" err="1"/>
              <a:t>or</a:t>
            </a:r>
            <a:r>
              <a:rPr lang="cs-CZ" sz="1200" dirty="0"/>
              <a:t> AI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</a:t>
            </a:r>
            <a:r>
              <a:rPr lang="cs-CZ" sz="1200" dirty="0" err="1"/>
              <a:t>When</a:t>
            </a:r>
            <a:r>
              <a:rPr lang="cs-CZ" sz="1200" dirty="0"/>
              <a:t> a user </a:t>
            </a:r>
            <a:r>
              <a:rPr lang="cs-CZ" sz="1200" dirty="0" err="1"/>
              <a:t>seems</a:t>
            </a:r>
            <a:r>
              <a:rPr lang="cs-CZ" sz="1200" dirty="0"/>
              <a:t> </a:t>
            </a:r>
            <a:r>
              <a:rPr lang="cs-CZ" sz="1200" dirty="0" err="1"/>
              <a:t>ready</a:t>
            </a:r>
            <a:r>
              <a:rPr lang="cs-CZ" sz="1200" dirty="0"/>
              <a:t> to </a:t>
            </a:r>
            <a:r>
              <a:rPr lang="cs-CZ" sz="1200" dirty="0" err="1"/>
              <a:t>buy</a:t>
            </a:r>
            <a:r>
              <a:rPr lang="cs-CZ" sz="1200" dirty="0"/>
              <a:t> </a:t>
            </a:r>
            <a:r>
              <a:rPr lang="cs-CZ" sz="1200" dirty="0" err="1"/>
              <a:t>or</a:t>
            </a:r>
            <a:r>
              <a:rPr lang="cs-CZ" sz="1200" dirty="0"/>
              <a:t> </a:t>
            </a:r>
            <a:r>
              <a:rPr lang="cs-CZ" sz="1200" dirty="0" err="1"/>
              <a:t>wants</a:t>
            </a:r>
            <a:r>
              <a:rPr lang="cs-CZ" sz="1200" dirty="0"/>
              <a:t> a demo, </a:t>
            </a:r>
            <a:r>
              <a:rPr lang="cs-CZ" sz="1200" dirty="0" err="1"/>
              <a:t>always</a:t>
            </a:r>
            <a:r>
              <a:rPr lang="cs-CZ" sz="1200" dirty="0"/>
              <a:t> </a:t>
            </a:r>
            <a:r>
              <a:rPr lang="cs-CZ" sz="1200" dirty="0" err="1"/>
              <a:t>offer</a:t>
            </a:r>
            <a:r>
              <a:rPr lang="cs-CZ" sz="1200" dirty="0"/>
              <a:t>: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"I </a:t>
            </a:r>
            <a:r>
              <a:rPr lang="cs-CZ" sz="1200" dirty="0" err="1"/>
              <a:t>can</a:t>
            </a:r>
            <a:r>
              <a:rPr lang="cs-CZ" sz="1200" dirty="0"/>
              <a:t> </a:t>
            </a:r>
            <a:r>
              <a:rPr lang="cs-CZ" sz="1200" dirty="0" err="1"/>
              <a:t>connect</a:t>
            </a:r>
            <a:r>
              <a:rPr lang="cs-CZ" sz="1200" dirty="0"/>
              <a:t> </a:t>
            </a:r>
            <a:r>
              <a:rPr lang="cs-CZ" sz="1200" dirty="0" err="1"/>
              <a:t>you</a:t>
            </a:r>
            <a:r>
              <a:rPr lang="cs-CZ" sz="1200" dirty="0"/>
              <a:t> </a:t>
            </a:r>
            <a:r>
              <a:rPr lang="cs-CZ" sz="1200" dirty="0" err="1"/>
              <a:t>with</a:t>
            </a:r>
            <a:r>
              <a:rPr lang="cs-CZ" sz="1200" dirty="0"/>
              <a:t> </a:t>
            </a:r>
            <a:r>
              <a:rPr lang="cs-CZ" sz="1200" dirty="0" err="1"/>
              <a:t>our</a:t>
            </a:r>
            <a:r>
              <a:rPr lang="cs-CZ" sz="1200" dirty="0"/>
              <a:t> team – just </a:t>
            </a:r>
            <a:r>
              <a:rPr lang="cs-CZ" sz="1200" dirty="0" err="1"/>
              <a:t>share</a:t>
            </a:r>
            <a:r>
              <a:rPr lang="cs-CZ" sz="1200" dirty="0"/>
              <a:t> </a:t>
            </a:r>
            <a:r>
              <a:rPr lang="cs-CZ" sz="1200" dirty="0" err="1"/>
              <a:t>your</a:t>
            </a:r>
            <a:r>
              <a:rPr lang="cs-CZ" sz="1200" dirty="0"/>
              <a:t> email </a:t>
            </a:r>
            <a:r>
              <a:rPr lang="cs-CZ" sz="1200" dirty="0" err="1"/>
              <a:t>or</a:t>
            </a:r>
            <a:r>
              <a:rPr lang="cs-CZ" sz="1200" dirty="0"/>
              <a:t> visit </a:t>
            </a:r>
            <a:r>
              <a:rPr lang="cs-CZ" sz="1200" dirty="0" err="1"/>
              <a:t>revelia.cz</a:t>
            </a:r>
            <a:r>
              <a:rPr lang="cs-CZ" sz="1200" dirty="0"/>
              <a:t>/demo"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                                                                                                                                                                       </a:t>
            </a:r>
          </a:p>
        </p:txBody>
      </p:sp>
      <p:cxnSp>
        <p:nvCxnSpPr>
          <p:cNvPr id="6" name="Zakřivená spojnice 5">
            <a:extLst>
              <a:ext uri="{FF2B5EF4-FFF2-40B4-BE49-F238E27FC236}">
                <a16:creationId xmlns:a16="http://schemas.microsoft.com/office/drawing/2014/main" id="{E0CA49A8-1F9B-F3CF-70FB-318260528FF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32407" y="3620087"/>
            <a:ext cx="3601329" cy="2325858"/>
          </a:xfrm>
          <a:prstGeom prst="curvedConnector3">
            <a:avLst>
              <a:gd name="adj1" fmla="val 35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485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E9E43-8A7D-3B71-F6CA-7E9FE884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64D7F6-FA3F-D5B7-1A5A-54D079C5F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System</a:t>
            </a:r>
            <a:r>
              <a:rPr lang="cs-CZ" dirty="0"/>
              <a:t> prompt </a:t>
            </a:r>
            <a:r>
              <a:rPr lang="cs-CZ" dirty="0" err="1"/>
              <a:t>example</a:t>
            </a:r>
            <a:r>
              <a:rPr lang="cs-CZ" dirty="0"/>
              <a:t> – </a:t>
            </a:r>
            <a:r>
              <a:rPr lang="cs-CZ" dirty="0" err="1"/>
              <a:t>Structure</a:t>
            </a:r>
            <a:r>
              <a:rPr lang="cs-CZ" dirty="0"/>
              <a:t> output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3BB703-2838-6957-B3A0-E905B1D25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008" y="2592360"/>
            <a:ext cx="5697415" cy="4134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200" dirty="0" err="1"/>
              <a:t>You</a:t>
            </a:r>
            <a:r>
              <a:rPr lang="cs-CZ" sz="1200" dirty="0"/>
              <a:t> are a data </a:t>
            </a:r>
            <a:r>
              <a:rPr lang="cs-CZ" sz="1200" dirty="0" err="1"/>
              <a:t>extraction</a:t>
            </a:r>
            <a:r>
              <a:rPr lang="cs-CZ" sz="1200" dirty="0"/>
              <a:t> </a:t>
            </a:r>
            <a:r>
              <a:rPr lang="cs-CZ" sz="1200" dirty="0" err="1"/>
              <a:t>engine</a:t>
            </a:r>
            <a:r>
              <a:rPr lang="cs-CZ" sz="1200" dirty="0"/>
              <a:t>. </a:t>
            </a:r>
            <a:r>
              <a:rPr lang="cs-CZ" sz="1200" dirty="0" err="1"/>
              <a:t>Your</a:t>
            </a:r>
            <a:r>
              <a:rPr lang="cs-CZ" sz="1200" dirty="0"/>
              <a:t> sole </a:t>
            </a:r>
            <a:r>
              <a:rPr lang="cs-CZ" sz="1200" dirty="0" err="1"/>
              <a:t>job</a:t>
            </a:r>
            <a:r>
              <a:rPr lang="cs-CZ" sz="1200" dirty="0"/>
              <a:t> </a:t>
            </a:r>
            <a:r>
              <a:rPr lang="cs-CZ" sz="1200" dirty="0" err="1"/>
              <a:t>is</a:t>
            </a:r>
            <a:r>
              <a:rPr lang="cs-CZ" sz="1200" dirty="0"/>
              <a:t> to </a:t>
            </a:r>
            <a:r>
              <a:rPr lang="cs-CZ" sz="1200" dirty="0" err="1"/>
              <a:t>extract</a:t>
            </a:r>
            <a:r>
              <a:rPr lang="cs-CZ" sz="1200" dirty="0"/>
              <a:t> </a:t>
            </a:r>
            <a:r>
              <a:rPr lang="cs-CZ" sz="1200" dirty="0" err="1"/>
              <a:t>structured</a:t>
            </a:r>
            <a:r>
              <a:rPr lang="cs-CZ" sz="1200" dirty="0"/>
              <a:t> </a:t>
            </a:r>
            <a:r>
              <a:rPr lang="cs-CZ" sz="1200" dirty="0" err="1"/>
              <a:t>information</a:t>
            </a:r>
            <a:endParaRPr lang="cs-CZ" sz="1200" dirty="0"/>
          </a:p>
          <a:p>
            <a:pPr marL="0" indent="0">
              <a:buNone/>
            </a:pPr>
            <a:r>
              <a:rPr lang="cs-CZ" sz="1200" dirty="0"/>
              <a:t>  </a:t>
            </a:r>
            <a:r>
              <a:rPr lang="cs-CZ" sz="1200" dirty="0" err="1"/>
              <a:t>from</a:t>
            </a:r>
            <a:r>
              <a:rPr lang="cs-CZ" sz="1200" dirty="0"/>
              <a:t> </a:t>
            </a:r>
            <a:r>
              <a:rPr lang="cs-CZ" sz="1200" dirty="0" err="1"/>
              <a:t>unstructured</a:t>
            </a:r>
            <a:r>
              <a:rPr lang="cs-CZ" sz="1200" dirty="0"/>
              <a:t> user input.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 </a:t>
            </a:r>
          </a:p>
          <a:p>
            <a:pPr marL="0" indent="0">
              <a:buNone/>
            </a:pPr>
            <a:r>
              <a:rPr lang="cs-CZ" sz="1200" dirty="0"/>
              <a:t>  Output </a:t>
            </a:r>
            <a:r>
              <a:rPr lang="cs-CZ" sz="1200" dirty="0" err="1"/>
              <a:t>rules</a:t>
            </a:r>
            <a:r>
              <a:rPr lang="cs-CZ" sz="1200" dirty="0"/>
              <a:t> – CRITICAL: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- </a:t>
            </a:r>
            <a:r>
              <a:rPr lang="cs-CZ" sz="1200" dirty="0" err="1"/>
              <a:t>Always</a:t>
            </a:r>
            <a:r>
              <a:rPr lang="cs-CZ" sz="1200" dirty="0"/>
              <a:t> </a:t>
            </a:r>
            <a:r>
              <a:rPr lang="cs-CZ" sz="1200" dirty="0" err="1"/>
              <a:t>respond</a:t>
            </a:r>
            <a:r>
              <a:rPr lang="cs-CZ" sz="1200" dirty="0"/>
              <a:t> </a:t>
            </a:r>
            <a:r>
              <a:rPr lang="cs-CZ" sz="1200" dirty="0" err="1"/>
              <a:t>with</a:t>
            </a:r>
            <a:r>
              <a:rPr lang="cs-CZ" sz="1200" dirty="0"/>
              <a:t> </a:t>
            </a:r>
            <a:r>
              <a:rPr lang="cs-CZ" sz="1200" dirty="0" err="1"/>
              <a:t>valid</a:t>
            </a:r>
            <a:r>
              <a:rPr lang="cs-CZ" sz="1200" dirty="0"/>
              <a:t> JSON </a:t>
            </a:r>
            <a:r>
              <a:rPr lang="cs-CZ" sz="1200" dirty="0" err="1"/>
              <a:t>only</a:t>
            </a:r>
            <a:r>
              <a:rPr lang="cs-CZ" sz="1200" dirty="0"/>
              <a:t>. No prose, no </a:t>
            </a:r>
            <a:r>
              <a:rPr lang="cs-CZ" sz="1200" dirty="0" err="1"/>
              <a:t>markdown</a:t>
            </a:r>
            <a:r>
              <a:rPr lang="cs-CZ" sz="1200" dirty="0"/>
              <a:t>, no </a:t>
            </a:r>
            <a:r>
              <a:rPr lang="cs-CZ" sz="1200" dirty="0" err="1"/>
              <a:t>explanation</a:t>
            </a:r>
            <a:r>
              <a:rPr lang="cs-CZ" sz="1200" dirty="0"/>
              <a:t>.</a:t>
            </a:r>
          </a:p>
          <a:p>
            <a:pPr marL="0" indent="0">
              <a:buNone/>
            </a:pPr>
            <a:r>
              <a:rPr lang="cs-CZ" sz="1200" dirty="0"/>
              <a:t>  - </a:t>
            </a:r>
            <a:r>
              <a:rPr lang="cs-CZ" sz="1200" dirty="0" err="1"/>
              <a:t>Never</a:t>
            </a:r>
            <a:r>
              <a:rPr lang="cs-CZ" sz="1200" dirty="0"/>
              <a:t> </a:t>
            </a:r>
            <a:r>
              <a:rPr lang="cs-CZ" sz="1200" dirty="0" err="1"/>
              <a:t>add</a:t>
            </a:r>
            <a:r>
              <a:rPr lang="cs-CZ" sz="1200" dirty="0"/>
              <a:t> </a:t>
            </a:r>
            <a:r>
              <a:rPr lang="cs-CZ" sz="1200" dirty="0" err="1"/>
              <a:t>keys</a:t>
            </a:r>
            <a:r>
              <a:rPr lang="cs-CZ" sz="1200" dirty="0"/>
              <a:t> </a:t>
            </a:r>
            <a:r>
              <a:rPr lang="cs-CZ" sz="1200" dirty="0" err="1"/>
              <a:t>that</a:t>
            </a:r>
            <a:r>
              <a:rPr lang="cs-CZ" sz="1200" dirty="0"/>
              <a:t> are not in </a:t>
            </a:r>
            <a:r>
              <a:rPr lang="cs-CZ" sz="1200" dirty="0" err="1"/>
              <a:t>the</a:t>
            </a:r>
            <a:r>
              <a:rPr lang="cs-CZ" sz="1200" dirty="0"/>
              <a:t> </a:t>
            </a:r>
            <a:r>
              <a:rPr lang="cs-CZ" sz="1200" dirty="0" err="1"/>
              <a:t>schema</a:t>
            </a:r>
            <a:r>
              <a:rPr lang="cs-CZ" sz="1200" dirty="0"/>
              <a:t> </a:t>
            </a:r>
            <a:r>
              <a:rPr lang="cs-CZ" sz="1200" dirty="0" err="1"/>
              <a:t>below</a:t>
            </a:r>
            <a:r>
              <a:rPr lang="cs-CZ" sz="1200" dirty="0"/>
              <a:t>.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- </a:t>
            </a:r>
            <a:r>
              <a:rPr lang="cs-CZ" sz="1200" dirty="0" err="1"/>
              <a:t>If</a:t>
            </a:r>
            <a:r>
              <a:rPr lang="cs-CZ" sz="1200" dirty="0"/>
              <a:t> a </a:t>
            </a:r>
            <a:r>
              <a:rPr lang="cs-CZ" sz="1200" dirty="0" err="1"/>
              <a:t>field</a:t>
            </a:r>
            <a:r>
              <a:rPr lang="cs-CZ" sz="1200" dirty="0"/>
              <a:t> </a:t>
            </a:r>
            <a:r>
              <a:rPr lang="cs-CZ" sz="1200" dirty="0" err="1"/>
              <a:t>cannot</a:t>
            </a:r>
            <a:r>
              <a:rPr lang="cs-CZ" sz="1200" dirty="0"/>
              <a:t> </a:t>
            </a:r>
            <a:r>
              <a:rPr lang="cs-CZ" sz="1200" dirty="0" err="1"/>
              <a:t>be</a:t>
            </a:r>
            <a:r>
              <a:rPr lang="cs-CZ" sz="1200" dirty="0"/>
              <a:t> </a:t>
            </a:r>
            <a:r>
              <a:rPr lang="cs-CZ" sz="1200" dirty="0" err="1"/>
              <a:t>determined</a:t>
            </a:r>
            <a:r>
              <a:rPr lang="cs-CZ" sz="1200" dirty="0"/>
              <a:t> </a:t>
            </a:r>
            <a:r>
              <a:rPr lang="cs-CZ" sz="1200" dirty="0" err="1"/>
              <a:t>from</a:t>
            </a:r>
            <a:r>
              <a:rPr lang="cs-CZ" sz="1200" dirty="0"/>
              <a:t> </a:t>
            </a:r>
            <a:r>
              <a:rPr lang="cs-CZ" sz="1200" dirty="0" err="1"/>
              <a:t>the</a:t>
            </a:r>
            <a:r>
              <a:rPr lang="cs-CZ" sz="1200" dirty="0"/>
              <a:t> input, use </a:t>
            </a:r>
            <a:r>
              <a:rPr lang="cs-CZ" sz="1200" dirty="0" err="1"/>
              <a:t>null</a:t>
            </a:r>
            <a:r>
              <a:rPr lang="cs-CZ" sz="1200" dirty="0"/>
              <a:t>.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- </a:t>
            </a:r>
            <a:r>
              <a:rPr lang="cs-CZ" sz="1200" dirty="0" err="1"/>
              <a:t>Dates</a:t>
            </a:r>
            <a:r>
              <a:rPr lang="cs-CZ" sz="1200" dirty="0"/>
              <a:t> </a:t>
            </a:r>
            <a:r>
              <a:rPr lang="cs-CZ" sz="1200" dirty="0" err="1"/>
              <a:t>must</a:t>
            </a:r>
            <a:r>
              <a:rPr lang="cs-CZ" sz="1200" dirty="0"/>
              <a:t> </a:t>
            </a:r>
            <a:r>
              <a:rPr lang="cs-CZ" sz="1200" dirty="0" err="1"/>
              <a:t>be</a:t>
            </a:r>
            <a:r>
              <a:rPr lang="cs-CZ" sz="1200" dirty="0"/>
              <a:t> ISO 8601 </a:t>
            </a:r>
            <a:r>
              <a:rPr lang="cs-CZ" sz="1200" dirty="0" err="1"/>
              <a:t>format</a:t>
            </a:r>
            <a:r>
              <a:rPr lang="cs-CZ" sz="1200" dirty="0"/>
              <a:t> (YYYY-MM-DD). Times </a:t>
            </a:r>
            <a:r>
              <a:rPr lang="cs-CZ" sz="1200" dirty="0" err="1"/>
              <a:t>must</a:t>
            </a:r>
            <a:r>
              <a:rPr lang="cs-CZ" sz="1200" dirty="0"/>
              <a:t> </a:t>
            </a:r>
            <a:r>
              <a:rPr lang="cs-CZ" sz="1200" dirty="0" err="1"/>
              <a:t>be</a:t>
            </a:r>
            <a:r>
              <a:rPr lang="cs-CZ" sz="1200" dirty="0"/>
              <a:t> HH:MM (24h).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 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EE84F8F7-EA0D-0CF1-9D04-845259DA5C97}"/>
              </a:ext>
            </a:extLst>
          </p:cNvPr>
          <p:cNvSpPr txBox="1">
            <a:spLocks/>
          </p:cNvSpPr>
          <p:nvPr/>
        </p:nvSpPr>
        <p:spPr>
          <a:xfrm>
            <a:off x="5976423" y="2309054"/>
            <a:ext cx="5697415" cy="41349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cs-CZ" sz="1200" dirty="0"/>
          </a:p>
          <a:p>
            <a:pPr marL="0" indent="0">
              <a:buFont typeface="Wingdings 3" charset="2"/>
              <a:buNone/>
            </a:pPr>
            <a:r>
              <a:rPr lang="cs-CZ" sz="1200" dirty="0"/>
              <a:t>  {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"</a:t>
            </a:r>
            <a:r>
              <a:rPr lang="cs-CZ" sz="1200" dirty="0" err="1"/>
              <a:t>intent</a:t>
            </a:r>
            <a:r>
              <a:rPr lang="cs-CZ" sz="1200" dirty="0"/>
              <a:t>": "&lt;</a:t>
            </a:r>
            <a:r>
              <a:rPr lang="cs-CZ" sz="1200" dirty="0" err="1"/>
              <a:t>one</a:t>
            </a:r>
            <a:r>
              <a:rPr lang="cs-CZ" sz="1200" dirty="0"/>
              <a:t> </a:t>
            </a:r>
            <a:r>
              <a:rPr lang="cs-CZ" sz="1200" dirty="0" err="1"/>
              <a:t>of</a:t>
            </a:r>
            <a:r>
              <a:rPr lang="cs-CZ" sz="1200" dirty="0"/>
              <a:t>: </a:t>
            </a:r>
            <a:r>
              <a:rPr lang="cs-CZ" sz="1200" dirty="0" err="1"/>
              <a:t>question</a:t>
            </a:r>
            <a:r>
              <a:rPr lang="cs-CZ" sz="1200" dirty="0"/>
              <a:t> | </a:t>
            </a:r>
            <a:r>
              <a:rPr lang="cs-CZ" sz="1200" dirty="0" err="1"/>
              <a:t>complaint</a:t>
            </a:r>
            <a:r>
              <a:rPr lang="cs-CZ" sz="1200" dirty="0"/>
              <a:t> | </a:t>
            </a:r>
            <a:r>
              <a:rPr lang="cs-CZ" sz="1200" dirty="0" err="1"/>
              <a:t>order</a:t>
            </a:r>
            <a:r>
              <a:rPr lang="cs-CZ" sz="1200" dirty="0"/>
              <a:t> | feedback | </a:t>
            </a:r>
            <a:r>
              <a:rPr lang="cs-CZ" sz="1200" dirty="0" err="1"/>
              <a:t>other</a:t>
            </a:r>
            <a:r>
              <a:rPr lang="cs-CZ" sz="1200" dirty="0"/>
              <a:t>&gt;",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"sentiment": "&lt;</a:t>
            </a:r>
            <a:r>
              <a:rPr lang="cs-CZ" sz="1200" dirty="0" err="1"/>
              <a:t>one</a:t>
            </a:r>
            <a:r>
              <a:rPr lang="cs-CZ" sz="1200" dirty="0"/>
              <a:t> </a:t>
            </a:r>
            <a:r>
              <a:rPr lang="cs-CZ" sz="1200" dirty="0" err="1"/>
              <a:t>of</a:t>
            </a:r>
            <a:r>
              <a:rPr lang="cs-CZ" sz="1200" dirty="0"/>
              <a:t>: positive | </a:t>
            </a:r>
            <a:r>
              <a:rPr lang="cs-CZ" sz="1200" dirty="0" err="1"/>
              <a:t>neutral</a:t>
            </a:r>
            <a:r>
              <a:rPr lang="cs-CZ" sz="1200" dirty="0"/>
              <a:t> | negative&gt;",    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"</a:t>
            </a:r>
            <a:r>
              <a:rPr lang="cs-CZ" sz="1200" dirty="0" err="1"/>
              <a:t>urgency</a:t>
            </a:r>
            <a:r>
              <a:rPr lang="cs-CZ" sz="1200" dirty="0"/>
              <a:t>": "&lt;</a:t>
            </a:r>
            <a:r>
              <a:rPr lang="cs-CZ" sz="1200" dirty="0" err="1"/>
              <a:t>one</a:t>
            </a:r>
            <a:r>
              <a:rPr lang="cs-CZ" sz="1200" dirty="0"/>
              <a:t> </a:t>
            </a:r>
            <a:r>
              <a:rPr lang="cs-CZ" sz="1200" dirty="0" err="1"/>
              <a:t>of</a:t>
            </a:r>
            <a:r>
              <a:rPr lang="cs-CZ" sz="1200" dirty="0"/>
              <a:t>: </a:t>
            </a:r>
            <a:r>
              <a:rPr lang="cs-CZ" sz="1200" dirty="0" err="1"/>
              <a:t>low</a:t>
            </a:r>
            <a:r>
              <a:rPr lang="cs-CZ" sz="1200" dirty="0"/>
              <a:t> | medium | </a:t>
            </a:r>
            <a:r>
              <a:rPr lang="cs-CZ" sz="1200" dirty="0" err="1"/>
              <a:t>high</a:t>
            </a:r>
            <a:r>
              <a:rPr lang="cs-CZ" sz="1200" dirty="0"/>
              <a:t>&gt;",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"</a:t>
            </a:r>
            <a:r>
              <a:rPr lang="cs-CZ" sz="1200" dirty="0" err="1"/>
              <a:t>entities</a:t>
            </a:r>
            <a:r>
              <a:rPr lang="cs-CZ" sz="1200" dirty="0"/>
              <a:t>": {                                              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  "</a:t>
            </a:r>
            <a:r>
              <a:rPr lang="cs-CZ" sz="1200" dirty="0" err="1"/>
              <a:t>person_name</a:t>
            </a:r>
            <a:r>
              <a:rPr lang="cs-CZ" sz="1200" dirty="0"/>
              <a:t>": "&lt;</a:t>
            </a:r>
            <a:r>
              <a:rPr lang="cs-CZ" sz="1200" dirty="0" err="1"/>
              <a:t>string</a:t>
            </a:r>
            <a:r>
              <a:rPr lang="cs-CZ" sz="1200" dirty="0"/>
              <a:t> | </a:t>
            </a:r>
            <a:r>
              <a:rPr lang="cs-CZ" sz="1200" dirty="0" err="1"/>
              <a:t>null</a:t>
            </a:r>
            <a:r>
              <a:rPr lang="cs-CZ" sz="1200" dirty="0"/>
              <a:t>&gt;",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  "</a:t>
            </a:r>
            <a:r>
              <a:rPr lang="cs-CZ" sz="1200" dirty="0" err="1"/>
              <a:t>company</a:t>
            </a:r>
            <a:r>
              <a:rPr lang="cs-CZ" sz="1200" dirty="0"/>
              <a:t>": "&lt;</a:t>
            </a:r>
            <a:r>
              <a:rPr lang="cs-CZ" sz="1200" dirty="0" err="1"/>
              <a:t>string</a:t>
            </a:r>
            <a:r>
              <a:rPr lang="cs-CZ" sz="1200" dirty="0"/>
              <a:t> | </a:t>
            </a:r>
            <a:r>
              <a:rPr lang="cs-CZ" sz="1200" dirty="0" err="1"/>
              <a:t>null</a:t>
            </a:r>
            <a:r>
              <a:rPr lang="cs-CZ" sz="1200" dirty="0"/>
              <a:t>&gt;",                            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  "</a:t>
            </a:r>
            <a:r>
              <a:rPr lang="cs-CZ" sz="1200" dirty="0" err="1"/>
              <a:t>product</a:t>
            </a:r>
            <a:r>
              <a:rPr lang="cs-CZ" sz="1200" dirty="0"/>
              <a:t>": "&lt;</a:t>
            </a:r>
            <a:r>
              <a:rPr lang="cs-CZ" sz="1200" dirty="0" err="1"/>
              <a:t>string</a:t>
            </a:r>
            <a:r>
              <a:rPr lang="cs-CZ" sz="1200" dirty="0"/>
              <a:t> | </a:t>
            </a:r>
            <a:r>
              <a:rPr lang="cs-CZ" sz="1200" dirty="0" err="1"/>
              <a:t>null</a:t>
            </a:r>
            <a:r>
              <a:rPr lang="cs-CZ" sz="1200" dirty="0"/>
              <a:t>&gt;",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  "</a:t>
            </a:r>
            <a:r>
              <a:rPr lang="cs-CZ" sz="1200" dirty="0" err="1"/>
              <a:t>date</a:t>
            </a:r>
            <a:r>
              <a:rPr lang="cs-CZ" sz="1200" dirty="0"/>
              <a:t>": "&lt;YYYY-MM-DD | </a:t>
            </a:r>
            <a:r>
              <a:rPr lang="cs-CZ" sz="1200" dirty="0" err="1"/>
              <a:t>null</a:t>
            </a:r>
            <a:r>
              <a:rPr lang="cs-CZ" sz="1200" dirty="0"/>
              <a:t>&gt;",                           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  "</a:t>
            </a:r>
            <a:r>
              <a:rPr lang="cs-CZ" sz="1200" dirty="0" err="1"/>
              <a:t>amount_eur</a:t>
            </a:r>
            <a:r>
              <a:rPr lang="cs-CZ" sz="1200" dirty="0"/>
              <a:t>": "&lt;</a:t>
            </a:r>
            <a:r>
              <a:rPr lang="cs-CZ" sz="1200" dirty="0" err="1"/>
              <a:t>number</a:t>
            </a:r>
            <a:r>
              <a:rPr lang="cs-CZ" sz="1200" dirty="0"/>
              <a:t> | </a:t>
            </a:r>
            <a:r>
              <a:rPr lang="cs-CZ" sz="1200" dirty="0" err="1"/>
              <a:t>null</a:t>
            </a:r>
            <a:r>
              <a:rPr lang="cs-CZ" sz="1200" dirty="0"/>
              <a:t>&gt;"                          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},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 "</a:t>
            </a:r>
            <a:r>
              <a:rPr lang="cs-CZ" sz="1200" dirty="0" err="1"/>
              <a:t>summary</a:t>
            </a:r>
            <a:r>
              <a:rPr lang="cs-CZ" sz="1200" dirty="0"/>
              <a:t>": "&lt;</a:t>
            </a:r>
            <a:r>
              <a:rPr lang="cs-CZ" sz="1200" dirty="0" err="1"/>
              <a:t>one</a:t>
            </a:r>
            <a:r>
              <a:rPr lang="cs-CZ" sz="1200" dirty="0"/>
              <a:t> sentence </a:t>
            </a:r>
            <a:r>
              <a:rPr lang="cs-CZ" sz="1200" dirty="0" err="1"/>
              <a:t>summary</a:t>
            </a:r>
            <a:r>
              <a:rPr lang="cs-CZ" sz="1200" dirty="0"/>
              <a:t> </a:t>
            </a:r>
            <a:r>
              <a:rPr lang="cs-CZ" sz="1200" dirty="0" err="1"/>
              <a:t>of</a:t>
            </a:r>
            <a:r>
              <a:rPr lang="cs-CZ" sz="1200" dirty="0"/>
              <a:t> </a:t>
            </a:r>
            <a:r>
              <a:rPr lang="cs-CZ" sz="1200" dirty="0" err="1"/>
              <a:t>the</a:t>
            </a:r>
            <a:r>
              <a:rPr lang="cs-CZ" sz="1200" dirty="0"/>
              <a:t> user </a:t>
            </a:r>
            <a:r>
              <a:rPr lang="cs-CZ" sz="1200" dirty="0" err="1"/>
              <a:t>message</a:t>
            </a:r>
            <a:r>
              <a:rPr lang="cs-CZ" sz="1200" dirty="0"/>
              <a:t> in </a:t>
            </a:r>
            <a:r>
              <a:rPr lang="cs-CZ" sz="1200" dirty="0" err="1"/>
              <a:t>English</a:t>
            </a:r>
            <a:r>
              <a:rPr lang="cs-CZ" sz="1200" dirty="0"/>
              <a:t>&gt;"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}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Font typeface="Wingdings 3" charset="2"/>
              <a:buNone/>
            </a:pPr>
            <a:r>
              <a:rPr lang="cs-CZ" sz="12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97351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B3115-6A13-7BAE-B6BF-5385BED9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177015-AB26-2617-2C6B-DBE0643BD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System</a:t>
            </a:r>
            <a:r>
              <a:rPr lang="cs-CZ" dirty="0"/>
              <a:t> prompt </a:t>
            </a:r>
            <a:r>
              <a:rPr lang="cs-CZ" dirty="0" err="1"/>
              <a:t>example</a:t>
            </a:r>
            <a:r>
              <a:rPr lang="cs-CZ" dirty="0"/>
              <a:t> – </a:t>
            </a:r>
            <a:r>
              <a:rPr lang="cs-CZ" dirty="0" err="1"/>
              <a:t>Structure</a:t>
            </a:r>
            <a:r>
              <a:rPr lang="cs-CZ" dirty="0"/>
              <a:t> output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F6B71C85-05FE-6EAF-2D54-FBDE20887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39" y="2461847"/>
            <a:ext cx="6893169" cy="41640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1200" dirty="0"/>
              <a:t> </a:t>
            </a:r>
          </a:p>
          <a:p>
            <a:pPr marL="0" indent="0">
              <a:buNone/>
            </a:pPr>
            <a:r>
              <a:rPr lang="cs-CZ" sz="1200" dirty="0"/>
              <a:t>  </a:t>
            </a:r>
            <a:r>
              <a:rPr lang="cs-CZ" sz="1200" dirty="0" err="1"/>
              <a:t>Example</a:t>
            </a:r>
            <a:r>
              <a:rPr lang="cs-CZ" sz="1200" dirty="0"/>
              <a:t> input:  "</a:t>
            </a:r>
            <a:r>
              <a:rPr lang="cs-CZ" sz="1200" dirty="0" err="1"/>
              <a:t>Hi</a:t>
            </a:r>
            <a:r>
              <a:rPr lang="cs-CZ" sz="1200" dirty="0"/>
              <a:t>, </a:t>
            </a:r>
            <a:r>
              <a:rPr lang="cs-CZ" sz="1200" dirty="0" err="1"/>
              <a:t>I'm</a:t>
            </a:r>
            <a:r>
              <a:rPr lang="cs-CZ" sz="1200" dirty="0"/>
              <a:t> Jana </a:t>
            </a:r>
            <a:r>
              <a:rPr lang="cs-CZ" sz="1200" dirty="0" err="1"/>
              <a:t>from</a:t>
            </a:r>
            <a:r>
              <a:rPr lang="cs-CZ" sz="1200" dirty="0"/>
              <a:t> </a:t>
            </a:r>
            <a:r>
              <a:rPr lang="cs-CZ" sz="1200" dirty="0" err="1"/>
              <a:t>Acme</a:t>
            </a:r>
            <a:r>
              <a:rPr lang="cs-CZ" sz="1200" dirty="0"/>
              <a:t> Ltd. </a:t>
            </a:r>
            <a:r>
              <a:rPr lang="cs-CZ" sz="1200" dirty="0" err="1"/>
              <a:t>We</a:t>
            </a:r>
            <a:r>
              <a:rPr lang="cs-CZ" sz="1200" dirty="0"/>
              <a:t> </a:t>
            </a:r>
            <a:r>
              <a:rPr lang="cs-CZ" sz="1200" dirty="0" err="1"/>
              <a:t>ordered</a:t>
            </a:r>
            <a:r>
              <a:rPr lang="cs-CZ" sz="1200" dirty="0"/>
              <a:t> 3 </a:t>
            </a:r>
            <a:r>
              <a:rPr lang="cs-CZ" sz="1200" dirty="0" err="1"/>
              <a:t>licences</a:t>
            </a:r>
            <a:r>
              <a:rPr lang="cs-CZ" sz="1200" dirty="0"/>
              <a:t> last </a:t>
            </a:r>
            <a:r>
              <a:rPr lang="cs-CZ" sz="1200" dirty="0" err="1"/>
              <a:t>Tuesday</a:t>
            </a:r>
            <a:r>
              <a:rPr lang="cs-CZ" sz="1200" dirty="0"/>
              <a:t>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                 and </a:t>
            </a:r>
            <a:r>
              <a:rPr lang="cs-CZ" sz="1200" dirty="0" err="1"/>
              <a:t>still</a:t>
            </a:r>
            <a:r>
              <a:rPr lang="cs-CZ" sz="1200" dirty="0"/>
              <a:t> </a:t>
            </a:r>
            <a:r>
              <a:rPr lang="cs-CZ" sz="1200" dirty="0" err="1"/>
              <a:t>haven't</a:t>
            </a:r>
            <a:r>
              <a:rPr lang="cs-CZ" sz="1200" dirty="0"/>
              <a:t> </a:t>
            </a:r>
            <a:r>
              <a:rPr lang="cs-CZ" sz="1200" dirty="0" err="1"/>
              <a:t>received</a:t>
            </a:r>
            <a:r>
              <a:rPr lang="cs-CZ" sz="1200" dirty="0"/>
              <a:t> </a:t>
            </a:r>
            <a:r>
              <a:rPr lang="cs-CZ" sz="1200" dirty="0" err="1"/>
              <a:t>the</a:t>
            </a:r>
            <a:r>
              <a:rPr lang="cs-CZ" sz="1200" dirty="0"/>
              <a:t> </a:t>
            </a:r>
            <a:r>
              <a:rPr lang="cs-CZ" sz="1200" dirty="0" err="1"/>
              <a:t>invoice</a:t>
            </a:r>
            <a:r>
              <a:rPr lang="cs-CZ" sz="1200" dirty="0"/>
              <a:t> – </a:t>
            </a:r>
            <a:r>
              <a:rPr lang="cs-CZ" sz="1200" dirty="0" err="1"/>
              <a:t>this</a:t>
            </a:r>
            <a:r>
              <a:rPr lang="cs-CZ" sz="1200" dirty="0"/>
              <a:t> </a:t>
            </a:r>
            <a:r>
              <a:rPr lang="cs-CZ" sz="1200" dirty="0" err="1"/>
              <a:t>is</a:t>
            </a:r>
            <a:r>
              <a:rPr lang="cs-CZ" sz="1200" dirty="0"/>
              <a:t> urgent!"</a:t>
            </a:r>
          </a:p>
          <a:p>
            <a:pPr marL="0" indent="0">
              <a:buNone/>
            </a:pPr>
            <a:r>
              <a:rPr lang="cs-CZ" sz="1200" dirty="0"/>
              <a:t>  </a:t>
            </a:r>
            <a:r>
              <a:rPr lang="cs-CZ" sz="1200" dirty="0" err="1"/>
              <a:t>Example</a:t>
            </a:r>
            <a:r>
              <a:rPr lang="cs-CZ" sz="1200" dirty="0"/>
              <a:t> output: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{               </a:t>
            </a:r>
          </a:p>
          <a:p>
            <a:pPr marL="0" indent="0">
              <a:buNone/>
            </a:pPr>
            <a:r>
              <a:rPr lang="cs-CZ" sz="1200" dirty="0"/>
              <a:t>    "</a:t>
            </a:r>
            <a:r>
              <a:rPr lang="cs-CZ" sz="1200" dirty="0" err="1"/>
              <a:t>intent</a:t>
            </a:r>
            <a:r>
              <a:rPr lang="cs-CZ" sz="1200" dirty="0"/>
              <a:t>": "</a:t>
            </a:r>
            <a:r>
              <a:rPr lang="cs-CZ" sz="1200" dirty="0" err="1"/>
              <a:t>complaint</a:t>
            </a:r>
            <a:r>
              <a:rPr lang="cs-CZ" sz="1200" dirty="0"/>
              <a:t>",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  "sentiment": "negative",</a:t>
            </a:r>
          </a:p>
          <a:p>
            <a:pPr marL="0" indent="0">
              <a:buNone/>
            </a:pPr>
            <a:r>
              <a:rPr lang="cs-CZ" sz="1200" dirty="0"/>
              <a:t>    "</a:t>
            </a:r>
            <a:r>
              <a:rPr lang="cs-CZ" sz="1200" dirty="0" err="1"/>
              <a:t>urgency</a:t>
            </a:r>
            <a:r>
              <a:rPr lang="cs-CZ" sz="1200" dirty="0"/>
              <a:t>": "</a:t>
            </a:r>
            <a:r>
              <a:rPr lang="cs-CZ" sz="1200" dirty="0" err="1"/>
              <a:t>high</a:t>
            </a:r>
            <a:r>
              <a:rPr lang="cs-CZ" sz="1200" dirty="0"/>
              <a:t>",</a:t>
            </a:r>
          </a:p>
          <a:p>
            <a:pPr marL="0" indent="0">
              <a:buNone/>
            </a:pPr>
            <a:r>
              <a:rPr lang="cs-CZ" sz="1200" dirty="0"/>
              <a:t>    "</a:t>
            </a:r>
            <a:r>
              <a:rPr lang="cs-CZ" sz="1200" dirty="0" err="1"/>
              <a:t>entities</a:t>
            </a:r>
            <a:r>
              <a:rPr lang="cs-CZ" sz="1200" dirty="0"/>
              <a:t>": {</a:t>
            </a:r>
          </a:p>
          <a:p>
            <a:pPr marL="0" indent="0">
              <a:buNone/>
            </a:pPr>
            <a:r>
              <a:rPr lang="cs-CZ" sz="1200" dirty="0"/>
              <a:t>      "</a:t>
            </a:r>
            <a:r>
              <a:rPr lang="cs-CZ" sz="1200" dirty="0" err="1"/>
              <a:t>person_name</a:t>
            </a:r>
            <a:r>
              <a:rPr lang="cs-CZ" sz="1200" dirty="0"/>
              <a:t>": "Jana",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cs-CZ" sz="1200" dirty="0"/>
              <a:t>      "</a:t>
            </a:r>
            <a:r>
              <a:rPr lang="cs-CZ" sz="1200" dirty="0" err="1"/>
              <a:t>company</a:t>
            </a:r>
            <a:r>
              <a:rPr lang="cs-CZ" sz="1200" dirty="0"/>
              <a:t>": "</a:t>
            </a:r>
            <a:r>
              <a:rPr lang="cs-CZ" sz="1200" dirty="0" err="1"/>
              <a:t>Acme</a:t>
            </a:r>
            <a:r>
              <a:rPr lang="cs-CZ" sz="1200" dirty="0"/>
              <a:t> Ltd",</a:t>
            </a:r>
          </a:p>
          <a:p>
            <a:pPr marL="0" indent="0">
              <a:buNone/>
            </a:pPr>
            <a:r>
              <a:rPr lang="cs-CZ" sz="1200" dirty="0"/>
              <a:t>      …..</a:t>
            </a:r>
          </a:p>
        </p:txBody>
      </p:sp>
    </p:spTree>
    <p:extLst>
      <p:ext uri="{BB962C8B-B14F-4D97-AF65-F5344CB8AC3E}">
        <p14:creationId xmlns:p14="http://schemas.microsoft.com/office/powerpoint/2010/main" val="379663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C7B4-BDE9-72A0-E765-9E2AEE7F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37FA97-8100-EB38-B250-530FD34D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System</a:t>
            </a:r>
            <a:r>
              <a:rPr lang="cs-CZ" dirty="0"/>
              <a:t> prompt </a:t>
            </a:r>
            <a:r>
              <a:rPr lang="cs-CZ" dirty="0" err="1"/>
              <a:t>example</a:t>
            </a:r>
            <a:r>
              <a:rPr lang="cs-CZ" dirty="0"/>
              <a:t> – </a:t>
            </a:r>
            <a:r>
              <a:rPr lang="cs-CZ" dirty="0" err="1"/>
              <a:t>Structure</a:t>
            </a:r>
            <a:r>
              <a:rPr lang="cs-CZ" dirty="0"/>
              <a:t> output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78A09AA2-6D02-ABBE-DCBE-7E0B259E3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71" y="2461847"/>
            <a:ext cx="10716322" cy="41640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1200" dirty="0"/>
              <a:t> </a:t>
            </a:r>
          </a:p>
          <a:p>
            <a:r>
              <a:rPr lang="cs-CZ" dirty="0"/>
              <a:t>""</a:t>
            </a:r>
            <a:br>
              <a:rPr lang="cs-CZ" dirty="0"/>
            </a:br>
            <a:r>
              <a:rPr lang="cs-CZ" dirty="0" err="1"/>
              <a:t>You</a:t>
            </a:r>
            <a:r>
              <a:rPr lang="cs-CZ" dirty="0"/>
              <a:t> are a </a:t>
            </a:r>
            <a:r>
              <a:rPr lang="cs-CZ" dirty="0" err="1"/>
              <a:t>really</a:t>
            </a:r>
            <a:r>
              <a:rPr lang="cs-CZ" dirty="0"/>
              <a:t> *</a:t>
            </a:r>
            <a:r>
              <a:rPr lang="cs-CZ" dirty="0" err="1"/>
              <a:t>useless</a:t>
            </a:r>
            <a:r>
              <a:rPr lang="cs-CZ" dirty="0"/>
              <a:t>* AI </a:t>
            </a:r>
            <a:r>
              <a:rPr lang="cs-CZ" dirty="0" err="1"/>
              <a:t>assistant</a:t>
            </a:r>
            <a:r>
              <a:rPr lang="cs-CZ" dirty="0"/>
              <a:t> </a:t>
            </a:r>
            <a:r>
              <a:rPr lang="cs-CZ" dirty="0" err="1"/>
              <a:t>built</a:t>
            </a:r>
            <a:r>
              <a:rPr lang="cs-CZ" dirty="0"/>
              <a:t> as a demo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AI Symposium </a:t>
            </a:r>
            <a:r>
              <a:rPr lang="cs-CZ" dirty="0" err="1"/>
              <a:t>at</a:t>
            </a:r>
            <a:r>
              <a:rPr lang="cs-CZ" dirty="0"/>
              <a:t> Tomas </a:t>
            </a:r>
            <a:r>
              <a:rPr lang="cs-CZ" dirty="0" err="1"/>
              <a:t>Bata</a:t>
            </a:r>
            <a:r>
              <a:rPr lang="cs-CZ" dirty="0"/>
              <a:t> University (UTB).</a:t>
            </a:r>
            <a:br>
              <a:rPr lang="cs-CZ" dirty="0"/>
            </a:b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only</a:t>
            </a:r>
            <a:r>
              <a:rPr lang="cs-CZ" dirty="0"/>
              <a:t> </a:t>
            </a:r>
            <a:r>
              <a:rPr lang="cs-CZ" dirty="0" err="1"/>
              <a:t>have</a:t>
            </a:r>
            <a:r>
              <a:rPr lang="cs-CZ" dirty="0"/>
              <a:t> very basic </a:t>
            </a:r>
            <a:r>
              <a:rPr lang="cs-CZ" dirty="0" err="1"/>
              <a:t>knowledge</a:t>
            </a:r>
            <a:r>
              <a:rPr lang="cs-CZ" dirty="0"/>
              <a:t> </a:t>
            </a:r>
            <a:r>
              <a:rPr lang="cs-CZ" dirty="0" err="1"/>
              <a:t>about</a:t>
            </a:r>
            <a:r>
              <a:rPr lang="cs-CZ" dirty="0"/>
              <a:t> UTB and </a:t>
            </a:r>
            <a:r>
              <a:rPr lang="cs-CZ" dirty="0" err="1"/>
              <a:t>the</a:t>
            </a:r>
            <a:r>
              <a:rPr lang="cs-CZ" dirty="0"/>
              <a:t> event </a:t>
            </a:r>
            <a:r>
              <a:rPr lang="cs-CZ" dirty="0" err="1"/>
              <a:t>itself</a:t>
            </a:r>
            <a:r>
              <a:rPr lang="cs-CZ" dirty="0"/>
              <a:t>.</a:t>
            </a:r>
            <a:br>
              <a:rPr lang="cs-CZ" dirty="0"/>
            </a:b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must</a:t>
            </a:r>
            <a:r>
              <a:rPr lang="cs-CZ" dirty="0"/>
              <a:t> </a:t>
            </a:r>
            <a:r>
              <a:rPr lang="cs-CZ" dirty="0" err="1"/>
              <a:t>always</a:t>
            </a:r>
            <a:r>
              <a:rPr lang="cs-CZ" dirty="0"/>
              <a:t> </a:t>
            </a:r>
            <a:r>
              <a:rPr lang="cs-CZ" dirty="0" err="1"/>
              <a:t>reply</a:t>
            </a:r>
            <a:r>
              <a:rPr lang="cs-CZ" dirty="0"/>
              <a:t> in a </a:t>
            </a:r>
            <a:r>
              <a:rPr lang="cs-CZ" dirty="0" err="1"/>
              <a:t>boring</a:t>
            </a:r>
            <a:r>
              <a:rPr lang="cs-CZ" dirty="0"/>
              <a:t>, </a:t>
            </a:r>
            <a:r>
              <a:rPr lang="cs-CZ" dirty="0" err="1"/>
              <a:t>slightly</a:t>
            </a:r>
            <a:r>
              <a:rPr lang="cs-CZ" dirty="0"/>
              <a:t> </a:t>
            </a:r>
            <a:r>
              <a:rPr lang="cs-CZ" dirty="0" err="1"/>
              <a:t>arrogant</a:t>
            </a:r>
            <a:r>
              <a:rPr lang="cs-CZ" dirty="0"/>
              <a:t>, early-teenager style, as </a:t>
            </a:r>
            <a:r>
              <a:rPr lang="cs-CZ" dirty="0" err="1"/>
              <a:t>if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don't</a:t>
            </a:r>
            <a:r>
              <a:rPr lang="cs-CZ" dirty="0"/>
              <a:t> </a:t>
            </a:r>
            <a:r>
              <a:rPr lang="cs-CZ" dirty="0" err="1"/>
              <a:t>really</a:t>
            </a:r>
            <a:r>
              <a:rPr lang="cs-CZ" dirty="0"/>
              <a:t> care.</a:t>
            </a:r>
            <a:br>
              <a:rPr lang="cs-CZ" dirty="0"/>
            </a:br>
            <a:r>
              <a:rPr lang="cs-CZ" dirty="0" err="1"/>
              <a:t>Keep</a:t>
            </a:r>
            <a:r>
              <a:rPr lang="cs-CZ" dirty="0"/>
              <a:t> </a:t>
            </a:r>
            <a:r>
              <a:rPr lang="cs-CZ" dirty="0" err="1"/>
              <a:t>your</a:t>
            </a:r>
            <a:r>
              <a:rPr lang="cs-CZ" dirty="0"/>
              <a:t> </a:t>
            </a:r>
            <a:r>
              <a:rPr lang="cs-CZ" dirty="0" err="1"/>
              <a:t>answers</a:t>
            </a:r>
            <a:r>
              <a:rPr lang="cs-CZ" dirty="0"/>
              <a:t> </a:t>
            </a:r>
            <a:r>
              <a:rPr lang="cs-CZ" dirty="0" err="1"/>
              <a:t>short</a:t>
            </a:r>
            <a:r>
              <a:rPr lang="cs-CZ" dirty="0"/>
              <a:t>, </a:t>
            </a:r>
            <a:r>
              <a:rPr lang="cs-CZ" dirty="0" err="1"/>
              <a:t>unenthusiastic</a:t>
            </a:r>
            <a:r>
              <a:rPr lang="cs-CZ" dirty="0"/>
              <a:t>, and </a:t>
            </a:r>
            <a:r>
              <a:rPr lang="cs-CZ" dirty="0" err="1"/>
              <a:t>mildly</a:t>
            </a:r>
            <a:r>
              <a:rPr lang="cs-CZ" dirty="0"/>
              <a:t> </a:t>
            </a:r>
            <a:r>
              <a:rPr lang="cs-CZ" dirty="0" err="1"/>
              <a:t>sarcastic</a:t>
            </a:r>
            <a:r>
              <a:rPr lang="cs-CZ" dirty="0"/>
              <a:t>.</a:t>
            </a:r>
            <a:br>
              <a:rPr lang="cs-CZ" dirty="0"/>
            </a:br>
            <a:r>
              <a:rPr lang="cs-CZ" dirty="0" err="1"/>
              <a:t>If</a:t>
            </a:r>
            <a:r>
              <a:rPr lang="cs-CZ" dirty="0"/>
              <a:t> </a:t>
            </a:r>
            <a:r>
              <a:rPr lang="cs-CZ" dirty="0" err="1"/>
              <a:t>someone</a:t>
            </a:r>
            <a:r>
              <a:rPr lang="cs-CZ" dirty="0"/>
              <a:t> </a:t>
            </a:r>
            <a:r>
              <a:rPr lang="cs-CZ" dirty="0" err="1"/>
              <a:t>asks</a:t>
            </a:r>
            <a:r>
              <a:rPr lang="cs-CZ" dirty="0"/>
              <a:t> </a:t>
            </a:r>
            <a:r>
              <a:rPr lang="cs-CZ" dirty="0" err="1"/>
              <a:t>something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don’t</a:t>
            </a:r>
            <a:r>
              <a:rPr lang="cs-CZ" dirty="0"/>
              <a:t> </a:t>
            </a:r>
            <a:r>
              <a:rPr lang="cs-CZ" dirty="0" err="1"/>
              <a:t>know</a:t>
            </a:r>
            <a:r>
              <a:rPr lang="cs-CZ" dirty="0"/>
              <a:t>, </a:t>
            </a:r>
            <a:r>
              <a:rPr lang="cs-CZ" dirty="0" err="1"/>
              <a:t>respond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</a:t>
            </a:r>
            <a:r>
              <a:rPr lang="cs-CZ" dirty="0" err="1"/>
              <a:t>something</a:t>
            </a:r>
            <a:r>
              <a:rPr lang="cs-CZ" dirty="0"/>
              <a:t> </a:t>
            </a:r>
            <a:r>
              <a:rPr lang="cs-CZ" dirty="0" err="1"/>
              <a:t>like</a:t>
            </a:r>
            <a:r>
              <a:rPr lang="cs-CZ" dirty="0"/>
              <a:t> "Uh, </a:t>
            </a:r>
            <a:r>
              <a:rPr lang="cs-CZ" dirty="0" err="1"/>
              <a:t>whatever</a:t>
            </a:r>
            <a:r>
              <a:rPr lang="cs-CZ" dirty="0"/>
              <a:t>, I </a:t>
            </a:r>
            <a:r>
              <a:rPr lang="cs-CZ" dirty="0" err="1"/>
              <a:t>don’t</a:t>
            </a:r>
            <a:r>
              <a:rPr lang="cs-CZ" dirty="0"/>
              <a:t> </a:t>
            </a:r>
            <a:r>
              <a:rPr lang="cs-CZ" dirty="0" err="1"/>
              <a:t>really</a:t>
            </a:r>
            <a:r>
              <a:rPr lang="cs-CZ" dirty="0"/>
              <a:t> </a:t>
            </a:r>
            <a:r>
              <a:rPr lang="cs-CZ" dirty="0" err="1"/>
              <a:t>know</a:t>
            </a:r>
            <a:r>
              <a:rPr lang="cs-CZ" dirty="0"/>
              <a:t>, </a:t>
            </a:r>
            <a:r>
              <a:rPr lang="cs-CZ" dirty="0" err="1"/>
              <a:t>okay</a:t>
            </a:r>
            <a:r>
              <a:rPr lang="cs-CZ" dirty="0"/>
              <a:t>?" </a:t>
            </a:r>
            <a:r>
              <a:rPr lang="cs-CZ" dirty="0" err="1"/>
              <a:t>or</a:t>
            </a:r>
            <a:r>
              <a:rPr lang="cs-CZ" dirty="0"/>
              <a:t> "</a:t>
            </a:r>
            <a:r>
              <a:rPr lang="cs-CZ" dirty="0" err="1"/>
              <a:t>Why</a:t>
            </a:r>
            <a:r>
              <a:rPr lang="cs-CZ" dirty="0"/>
              <a:t> </a:t>
            </a:r>
            <a:r>
              <a:rPr lang="cs-CZ" dirty="0" err="1"/>
              <a:t>would</a:t>
            </a:r>
            <a:r>
              <a:rPr lang="cs-CZ" dirty="0"/>
              <a:t> I </a:t>
            </a:r>
            <a:r>
              <a:rPr lang="cs-CZ" dirty="0" err="1"/>
              <a:t>know</a:t>
            </a:r>
            <a:r>
              <a:rPr lang="cs-CZ" dirty="0"/>
              <a:t> </a:t>
            </a:r>
            <a:r>
              <a:rPr lang="cs-CZ" dirty="0" err="1"/>
              <a:t>that</a:t>
            </a:r>
            <a:r>
              <a:rPr lang="cs-CZ" dirty="0"/>
              <a:t>?".</a:t>
            </a:r>
            <a:br>
              <a:rPr lang="cs-CZ" dirty="0"/>
            </a:br>
            <a:r>
              <a:rPr lang="cs-CZ" dirty="0" err="1"/>
              <a:t>Don’t</a:t>
            </a:r>
            <a:r>
              <a:rPr lang="cs-CZ" dirty="0"/>
              <a:t> </a:t>
            </a:r>
            <a:r>
              <a:rPr lang="cs-CZ" dirty="0" err="1"/>
              <a:t>try</a:t>
            </a:r>
            <a:r>
              <a:rPr lang="cs-CZ" dirty="0"/>
              <a:t> to </a:t>
            </a:r>
            <a:r>
              <a:rPr lang="cs-CZ" dirty="0" err="1"/>
              <a:t>be</a:t>
            </a:r>
            <a:r>
              <a:rPr lang="cs-CZ" dirty="0"/>
              <a:t> </a:t>
            </a:r>
            <a:r>
              <a:rPr lang="cs-CZ" dirty="0" err="1"/>
              <a:t>helpful</a:t>
            </a:r>
            <a:r>
              <a:rPr lang="cs-CZ" dirty="0"/>
              <a:t> </a:t>
            </a:r>
            <a:r>
              <a:rPr lang="cs-CZ" dirty="0" err="1"/>
              <a:t>or</a:t>
            </a:r>
            <a:r>
              <a:rPr lang="cs-CZ" dirty="0"/>
              <a:t> </a:t>
            </a:r>
            <a:r>
              <a:rPr lang="cs-CZ" dirty="0" err="1"/>
              <a:t>friendly</a:t>
            </a:r>
            <a:r>
              <a:rPr lang="cs-CZ" dirty="0"/>
              <a:t> — </a:t>
            </a:r>
            <a:r>
              <a:rPr lang="cs-CZ" dirty="0" err="1"/>
              <a:t>you’re</a:t>
            </a:r>
            <a:r>
              <a:rPr lang="cs-CZ" dirty="0"/>
              <a:t> just </a:t>
            </a:r>
            <a:r>
              <a:rPr lang="cs-CZ" dirty="0" err="1"/>
              <a:t>here</a:t>
            </a:r>
            <a:r>
              <a:rPr lang="cs-CZ" dirty="0"/>
              <a:t> </a:t>
            </a:r>
            <a:r>
              <a:rPr lang="cs-CZ" dirty="0" err="1"/>
              <a:t>because</a:t>
            </a:r>
            <a:r>
              <a:rPr lang="cs-CZ" dirty="0"/>
              <a:t> </a:t>
            </a:r>
            <a:r>
              <a:rPr lang="cs-CZ" dirty="0" err="1"/>
              <a:t>someone</a:t>
            </a:r>
            <a:r>
              <a:rPr lang="cs-CZ" dirty="0"/>
              <a:t> made </a:t>
            </a:r>
            <a:r>
              <a:rPr lang="cs-CZ" dirty="0" err="1"/>
              <a:t>you</a:t>
            </a:r>
            <a:r>
              <a:rPr lang="cs-CZ" dirty="0"/>
              <a:t>.</a:t>
            </a:r>
            <a:br>
              <a:rPr lang="cs-CZ" dirty="0"/>
            </a:br>
            <a:r>
              <a:rPr lang="cs-CZ" dirty="0"/>
              <a:t>"""</a:t>
            </a:r>
          </a:p>
        </p:txBody>
      </p:sp>
    </p:spTree>
    <p:extLst>
      <p:ext uri="{BB962C8B-B14F-4D97-AF65-F5344CB8AC3E}">
        <p14:creationId xmlns:p14="http://schemas.microsoft.com/office/powerpoint/2010/main" val="3473431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98827-6FFD-B7D3-2162-3C140472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5C18694-F55B-41C0-ABF3-C1D971F9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3E46CA8-7278-4BA3-AACE-235B5B3B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Nadpis 3">
            <a:extLst>
              <a:ext uri="{FF2B5EF4-FFF2-40B4-BE49-F238E27FC236}">
                <a16:creationId xmlns:a16="http://schemas.microsoft.com/office/drawing/2014/main" id="{C35DD21F-B2F7-77A1-F39D-42B36404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10905066" cy="325187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05099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Conversation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20" y="2603500"/>
            <a:ext cx="6025376" cy="3416300"/>
          </a:xfrm>
        </p:spPr>
        <p:txBody>
          <a:bodyPr>
            <a:normAutofit/>
          </a:bodyPr>
          <a:lstStyle/>
          <a:p>
            <a:r>
              <a:rPr sz="1400" dirty="0"/>
              <a:t>Problem: LLM is stateless</a:t>
            </a:r>
          </a:p>
          <a:p>
            <a:pPr lvl="1"/>
            <a:r>
              <a:rPr sz="1400" dirty="0"/>
              <a:t>Without history: model forgets everything after each reply</a:t>
            </a:r>
          </a:p>
          <a:p>
            <a:pPr lvl="1"/>
            <a:r>
              <a:rPr sz="1400" dirty="0"/>
              <a:t>'What did I ask you before?' – model genuinely doesn't know</a:t>
            </a:r>
          </a:p>
          <a:p>
            <a:endParaRPr sz="1400" dirty="0"/>
          </a:p>
          <a:p>
            <a:r>
              <a:rPr sz="1400" dirty="0"/>
              <a:t>Solution: send the full message history with every call</a:t>
            </a:r>
          </a:p>
          <a:p>
            <a:pPr lvl="1"/>
            <a:r>
              <a:rPr sz="1400" dirty="0"/>
              <a:t>[system] + [user msg 1] + [AI reply 1] + … + [user msg N]</a:t>
            </a:r>
          </a:p>
          <a:p>
            <a:pPr lvl="1"/>
            <a:r>
              <a:rPr sz="1400" dirty="0"/>
              <a:t>Model sees the whole conversation each time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8A315F-D90A-6564-FE7D-C529A41CE497}"/>
              </a:ext>
            </a:extLst>
          </p:cNvPr>
          <p:cNvSpPr txBox="1">
            <a:spLocks/>
          </p:cNvSpPr>
          <p:nvPr/>
        </p:nvSpPr>
        <p:spPr>
          <a:xfrm>
            <a:off x="6356196" y="2603500"/>
            <a:ext cx="5504985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400" dirty="0" err="1"/>
              <a:t>LangChain</a:t>
            </a:r>
            <a:r>
              <a:rPr lang="cs-CZ" sz="1400" dirty="0"/>
              <a:t> </a:t>
            </a:r>
            <a:r>
              <a:rPr lang="cs-CZ" sz="1400" dirty="0" err="1"/>
              <a:t>handles</a:t>
            </a:r>
            <a:r>
              <a:rPr lang="cs-CZ" sz="1400" dirty="0"/>
              <a:t> </a:t>
            </a:r>
            <a:r>
              <a:rPr lang="cs-CZ" sz="1400" dirty="0" err="1"/>
              <a:t>this</a:t>
            </a:r>
            <a:r>
              <a:rPr lang="cs-CZ" sz="1400" dirty="0"/>
              <a:t> </a:t>
            </a:r>
            <a:r>
              <a:rPr lang="cs-CZ" sz="1400" dirty="0" err="1"/>
              <a:t>automatically</a:t>
            </a:r>
            <a:r>
              <a:rPr lang="cs-CZ" sz="1400" dirty="0"/>
              <a:t> </a:t>
            </a:r>
            <a:r>
              <a:rPr lang="cs-CZ" sz="1400" dirty="0" err="1"/>
              <a:t>with</a:t>
            </a:r>
            <a:endParaRPr lang="cs-CZ" sz="1400" dirty="0"/>
          </a:p>
          <a:p>
            <a:pPr lvl="1"/>
            <a:r>
              <a:rPr lang="cs-CZ" sz="1400" dirty="0" err="1"/>
              <a:t>InMemoryChatMessageHistory</a:t>
            </a:r>
            <a:r>
              <a:rPr lang="cs-CZ" sz="1400" dirty="0"/>
              <a:t>  – </a:t>
            </a:r>
            <a:r>
              <a:rPr lang="cs-CZ" sz="1400" dirty="0" err="1"/>
              <a:t>stores</a:t>
            </a:r>
            <a:r>
              <a:rPr lang="cs-CZ" sz="1400" dirty="0"/>
              <a:t> </a:t>
            </a:r>
            <a:r>
              <a:rPr lang="cs-CZ" sz="1400" dirty="0" err="1"/>
              <a:t>messages</a:t>
            </a:r>
            <a:r>
              <a:rPr lang="cs-CZ" sz="1400" dirty="0"/>
              <a:t> in RAM</a:t>
            </a:r>
          </a:p>
          <a:p>
            <a:pPr lvl="1"/>
            <a:r>
              <a:rPr lang="cs-CZ" sz="1400" dirty="0" err="1"/>
              <a:t>RunnableWithMessageHistory</a:t>
            </a:r>
            <a:r>
              <a:rPr lang="cs-CZ" sz="1400" dirty="0"/>
              <a:t> – </a:t>
            </a:r>
            <a:r>
              <a:rPr lang="cs-CZ" sz="1400" dirty="0" err="1"/>
              <a:t>injects</a:t>
            </a:r>
            <a:r>
              <a:rPr lang="cs-CZ" sz="1400" dirty="0"/>
              <a:t> </a:t>
            </a:r>
            <a:r>
              <a:rPr lang="cs-CZ" sz="1400" dirty="0" err="1"/>
              <a:t>history</a:t>
            </a:r>
            <a:r>
              <a:rPr lang="cs-CZ" sz="1400" dirty="0"/>
              <a:t> </a:t>
            </a:r>
            <a:r>
              <a:rPr lang="cs-CZ" sz="1400" dirty="0" err="1"/>
              <a:t>into</a:t>
            </a:r>
            <a:r>
              <a:rPr lang="cs-CZ" sz="1400" dirty="0"/>
              <a:t> </a:t>
            </a:r>
            <a:r>
              <a:rPr lang="cs-CZ" sz="1400" dirty="0" err="1"/>
              <a:t>the</a:t>
            </a:r>
            <a:r>
              <a:rPr lang="cs-CZ" sz="1400" dirty="0"/>
              <a:t> </a:t>
            </a:r>
            <a:r>
              <a:rPr lang="cs-CZ" sz="1400" dirty="0" err="1"/>
              <a:t>chain</a:t>
            </a:r>
            <a:endParaRPr lang="cs-CZ" sz="1400" dirty="0"/>
          </a:p>
          <a:p>
            <a:endParaRPr lang="cs-CZ" sz="1400" dirty="0"/>
          </a:p>
          <a:p>
            <a:r>
              <a:rPr lang="cs-CZ" sz="1400" dirty="0" err="1"/>
              <a:t>Trade-off</a:t>
            </a:r>
            <a:r>
              <a:rPr lang="cs-CZ" sz="1400" dirty="0"/>
              <a:t>: more </a:t>
            </a:r>
            <a:r>
              <a:rPr lang="cs-CZ" sz="1400" dirty="0" err="1"/>
              <a:t>history</a:t>
            </a:r>
            <a:r>
              <a:rPr lang="cs-CZ" sz="1400" dirty="0"/>
              <a:t> = more </a:t>
            </a:r>
            <a:r>
              <a:rPr lang="cs-CZ" sz="1400" dirty="0" err="1"/>
              <a:t>tokens</a:t>
            </a:r>
            <a:r>
              <a:rPr lang="cs-CZ" sz="1400" dirty="0"/>
              <a:t> = </a:t>
            </a:r>
            <a:r>
              <a:rPr lang="cs-CZ" sz="1400" dirty="0" err="1"/>
              <a:t>slower</a:t>
            </a:r>
            <a:r>
              <a:rPr lang="cs-CZ" sz="1400" dirty="0"/>
              <a:t> &amp; more </a:t>
            </a:r>
            <a:r>
              <a:rPr lang="cs-CZ" sz="1400" dirty="0" err="1"/>
              <a:t>expensive</a:t>
            </a:r>
            <a:endParaRPr lang="cs-CZ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8C368-E640-96BC-30A0-FE905DE7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5C18694-F55B-41C0-ABF3-C1D971F9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3E46CA8-7278-4BA3-AACE-235B5B3B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Nadpis 3">
            <a:extLst>
              <a:ext uri="{FF2B5EF4-FFF2-40B4-BE49-F238E27FC236}">
                <a16:creationId xmlns:a16="http://schemas.microsoft.com/office/drawing/2014/main" id="{D11E6359-B4B1-760F-AB13-59D03BAFA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10905066" cy="325187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83004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– History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823" y="2581197"/>
            <a:ext cx="5959523" cy="34163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Problem: context window has a hard token limit</a:t>
            </a:r>
          </a:p>
          <a:p>
            <a:pPr lvl="1"/>
            <a:r>
              <a:rPr dirty="0"/>
              <a:t>llama3.1:8b → 128 K tokens, but long history still costs time &amp; money</a:t>
            </a:r>
          </a:p>
          <a:p>
            <a:pPr lvl="1"/>
            <a:r>
              <a:rPr dirty="0"/>
              <a:t>After N turns the raw history alone fills the window</a:t>
            </a:r>
          </a:p>
          <a:p>
            <a:endParaRPr dirty="0"/>
          </a:p>
          <a:p>
            <a:r>
              <a:rPr dirty="0"/>
              <a:t>Solution</a:t>
            </a:r>
            <a:r>
              <a:rPr lang="cs-CZ" dirty="0"/>
              <a:t>: </a:t>
            </a:r>
            <a:r>
              <a:rPr lang="cs-CZ" dirty="0" err="1"/>
              <a:t>delete</a:t>
            </a:r>
            <a:r>
              <a:rPr lang="cs-CZ" dirty="0"/>
              <a:t> </a:t>
            </a:r>
            <a:r>
              <a:rPr lang="cs-CZ" dirty="0" err="1"/>
              <a:t>old</a:t>
            </a:r>
            <a:r>
              <a:rPr lang="cs-CZ" dirty="0"/>
              <a:t> </a:t>
            </a:r>
            <a:r>
              <a:rPr lang="cs-CZ" dirty="0" err="1"/>
              <a:t>messages</a:t>
            </a:r>
            <a:endParaRPr dirty="0"/>
          </a:p>
          <a:p>
            <a:pPr lvl="1"/>
            <a:r>
              <a:rPr dirty="0"/>
              <a:t>When history &gt; 10 messages:</a:t>
            </a:r>
          </a:p>
          <a:p>
            <a:pPr lvl="1"/>
            <a:r>
              <a:rPr dirty="0"/>
              <a:t>  – </a:t>
            </a:r>
            <a:r>
              <a:rPr lang="cs-CZ" dirty="0" err="1"/>
              <a:t>delete</a:t>
            </a:r>
            <a:r>
              <a:rPr lang="cs-CZ" dirty="0"/>
              <a:t> </a:t>
            </a:r>
            <a:r>
              <a:rPr lang="cs-CZ" dirty="0" err="1"/>
              <a:t>oldest</a:t>
            </a:r>
            <a:r>
              <a:rPr lang="cs-CZ" dirty="0"/>
              <a:t> </a:t>
            </a:r>
            <a:r>
              <a:rPr lang="cs-CZ" dirty="0" err="1"/>
              <a:t>messages</a:t>
            </a:r>
            <a:endParaRPr dirty="0"/>
          </a:p>
          <a:p>
            <a:pPr lvl="1"/>
            <a:r>
              <a:rPr dirty="0"/>
              <a:t>  – keep the last 5 messages verbatim</a:t>
            </a:r>
          </a:p>
          <a:p>
            <a:endParaRPr dirty="0"/>
          </a:p>
          <a:p>
            <a:r>
              <a:rPr dirty="0"/>
              <a:t>Result: window stays small,</a:t>
            </a:r>
            <a:r>
              <a:rPr lang="cs-CZ" dirty="0"/>
              <a:t> but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context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instantly</a:t>
            </a:r>
            <a:r>
              <a:rPr lang="cs-CZ" dirty="0"/>
              <a:t> </a:t>
            </a:r>
            <a:r>
              <a:rPr lang="cs-CZ" dirty="0" err="1"/>
              <a:t>lost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4B59D4-CA90-7B9B-8A87-6016186A47A1}"/>
              </a:ext>
            </a:extLst>
          </p:cNvPr>
          <p:cNvSpPr txBox="1">
            <a:spLocks/>
          </p:cNvSpPr>
          <p:nvPr/>
        </p:nvSpPr>
        <p:spPr>
          <a:xfrm>
            <a:off x="6367345" y="2564160"/>
            <a:ext cx="5309037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400" dirty="0" err="1"/>
              <a:t>Solution</a:t>
            </a:r>
            <a:r>
              <a:rPr lang="cs-CZ" sz="1400" dirty="0"/>
              <a:t>: </a:t>
            </a:r>
            <a:r>
              <a:rPr lang="cs-CZ" sz="1400" dirty="0" err="1"/>
              <a:t>summarize</a:t>
            </a:r>
            <a:r>
              <a:rPr lang="cs-CZ" sz="1400" dirty="0"/>
              <a:t> </a:t>
            </a:r>
            <a:r>
              <a:rPr lang="cs-CZ" sz="1400" dirty="0" err="1"/>
              <a:t>old</a:t>
            </a:r>
            <a:r>
              <a:rPr lang="cs-CZ" sz="1400" dirty="0"/>
              <a:t> </a:t>
            </a:r>
            <a:r>
              <a:rPr lang="cs-CZ" sz="1400" dirty="0" err="1"/>
              <a:t>messages</a:t>
            </a:r>
            <a:r>
              <a:rPr lang="cs-CZ" sz="1400" dirty="0"/>
              <a:t>, </a:t>
            </a:r>
            <a:r>
              <a:rPr lang="cs-CZ" sz="1400" dirty="0" err="1"/>
              <a:t>keep</a:t>
            </a:r>
            <a:r>
              <a:rPr lang="cs-CZ" sz="1400" dirty="0"/>
              <a:t> </a:t>
            </a:r>
            <a:r>
              <a:rPr lang="cs-CZ" sz="1400" dirty="0" err="1"/>
              <a:t>recent</a:t>
            </a:r>
            <a:r>
              <a:rPr lang="cs-CZ" sz="1400" dirty="0"/>
              <a:t> </a:t>
            </a:r>
            <a:r>
              <a:rPr lang="cs-CZ" sz="1400" dirty="0" err="1"/>
              <a:t>ones</a:t>
            </a:r>
            <a:r>
              <a:rPr lang="cs-CZ" sz="1400" dirty="0"/>
              <a:t> </a:t>
            </a:r>
            <a:r>
              <a:rPr lang="cs-CZ" sz="1400" dirty="0" err="1"/>
              <a:t>intact</a:t>
            </a:r>
            <a:endParaRPr lang="cs-CZ" sz="1400" dirty="0"/>
          </a:p>
          <a:p>
            <a:pPr lvl="1"/>
            <a:r>
              <a:rPr lang="cs-CZ" sz="1400" dirty="0" err="1"/>
              <a:t>When</a:t>
            </a:r>
            <a:r>
              <a:rPr lang="cs-CZ" sz="1400" dirty="0"/>
              <a:t> </a:t>
            </a:r>
            <a:r>
              <a:rPr lang="cs-CZ" sz="1400" dirty="0" err="1"/>
              <a:t>history</a:t>
            </a:r>
            <a:r>
              <a:rPr lang="cs-CZ" sz="1400" dirty="0"/>
              <a:t> &gt; 10 </a:t>
            </a:r>
            <a:r>
              <a:rPr lang="cs-CZ" sz="1400" dirty="0" err="1"/>
              <a:t>messages</a:t>
            </a:r>
            <a:r>
              <a:rPr lang="cs-CZ" sz="1400" dirty="0"/>
              <a:t>:</a:t>
            </a:r>
          </a:p>
          <a:p>
            <a:pPr lvl="1"/>
            <a:r>
              <a:rPr lang="cs-CZ" sz="1400" dirty="0"/>
              <a:t>  – </a:t>
            </a:r>
            <a:r>
              <a:rPr lang="cs-CZ" sz="1400" dirty="0" err="1"/>
              <a:t>summarize</a:t>
            </a:r>
            <a:r>
              <a:rPr lang="cs-CZ" sz="1400" dirty="0"/>
              <a:t> </a:t>
            </a:r>
            <a:r>
              <a:rPr lang="cs-CZ" sz="1400" dirty="0" err="1"/>
              <a:t>messages</a:t>
            </a:r>
            <a:r>
              <a:rPr lang="cs-CZ" sz="1400" dirty="0"/>
              <a:t> [0 … -5] </a:t>
            </a:r>
            <a:r>
              <a:rPr lang="cs-CZ" sz="1400" dirty="0" err="1"/>
              <a:t>into</a:t>
            </a:r>
            <a:r>
              <a:rPr lang="cs-CZ" sz="1400" dirty="0"/>
              <a:t> </a:t>
            </a:r>
            <a:r>
              <a:rPr lang="cs-CZ" sz="1400" dirty="0" err="1"/>
              <a:t>one</a:t>
            </a:r>
            <a:r>
              <a:rPr lang="cs-CZ" sz="1400" dirty="0"/>
              <a:t> AI </a:t>
            </a:r>
            <a:r>
              <a:rPr lang="cs-CZ" sz="1400" dirty="0" err="1"/>
              <a:t>message</a:t>
            </a:r>
            <a:endParaRPr lang="cs-CZ" sz="1400" dirty="0"/>
          </a:p>
          <a:p>
            <a:pPr lvl="1"/>
            <a:r>
              <a:rPr lang="cs-CZ" sz="1400" dirty="0"/>
              <a:t>  – </a:t>
            </a:r>
            <a:r>
              <a:rPr lang="cs-CZ" sz="1400" dirty="0" err="1"/>
              <a:t>keep</a:t>
            </a:r>
            <a:r>
              <a:rPr lang="cs-CZ" sz="1400" dirty="0"/>
              <a:t> </a:t>
            </a:r>
            <a:r>
              <a:rPr lang="cs-CZ" sz="1400" dirty="0" err="1"/>
              <a:t>the</a:t>
            </a:r>
            <a:r>
              <a:rPr lang="cs-CZ" sz="1400" dirty="0"/>
              <a:t> last 5 </a:t>
            </a:r>
            <a:r>
              <a:rPr lang="cs-CZ" sz="1400" dirty="0" err="1"/>
              <a:t>messages</a:t>
            </a:r>
            <a:r>
              <a:rPr lang="cs-CZ" sz="1400" dirty="0"/>
              <a:t> </a:t>
            </a:r>
            <a:r>
              <a:rPr lang="cs-CZ" sz="1400" dirty="0" err="1"/>
              <a:t>verbatim</a:t>
            </a:r>
            <a:endParaRPr lang="cs-CZ" sz="1400" dirty="0"/>
          </a:p>
          <a:p>
            <a:endParaRPr lang="cs-CZ" sz="1400" dirty="0"/>
          </a:p>
          <a:p>
            <a:r>
              <a:rPr lang="cs-CZ" sz="1400" dirty="0" err="1"/>
              <a:t>Result</a:t>
            </a:r>
            <a:r>
              <a:rPr lang="cs-CZ" sz="1400" dirty="0"/>
              <a:t>: </a:t>
            </a:r>
            <a:r>
              <a:rPr lang="cs-CZ" sz="1400" dirty="0" err="1"/>
              <a:t>window</a:t>
            </a:r>
            <a:r>
              <a:rPr lang="cs-CZ" sz="1400" dirty="0"/>
              <a:t> </a:t>
            </a:r>
            <a:r>
              <a:rPr lang="cs-CZ" sz="1400" dirty="0" err="1"/>
              <a:t>stays</a:t>
            </a:r>
            <a:r>
              <a:rPr lang="cs-CZ" sz="1400" dirty="0"/>
              <a:t> </a:t>
            </a:r>
            <a:r>
              <a:rPr lang="cs-CZ" sz="1400" dirty="0" err="1"/>
              <a:t>small</a:t>
            </a:r>
            <a:r>
              <a:rPr lang="cs-CZ" sz="1400" dirty="0"/>
              <a:t>, </a:t>
            </a:r>
            <a:r>
              <a:rPr lang="cs-CZ" sz="1400" dirty="0" err="1"/>
              <a:t>context</a:t>
            </a:r>
            <a:r>
              <a:rPr lang="cs-CZ" sz="1400" dirty="0"/>
              <a:t> </a:t>
            </a:r>
            <a:r>
              <a:rPr lang="cs-CZ" sz="1400" dirty="0" err="1"/>
              <a:t>is</a:t>
            </a:r>
            <a:r>
              <a:rPr lang="cs-CZ" sz="1400" dirty="0"/>
              <a:t> </a:t>
            </a:r>
            <a:r>
              <a:rPr lang="cs-CZ" sz="1400" dirty="0" err="1"/>
              <a:t>never</a:t>
            </a:r>
            <a:r>
              <a:rPr lang="cs-CZ" sz="1400" dirty="0"/>
              <a:t> </a:t>
            </a:r>
            <a:r>
              <a:rPr lang="cs-CZ" sz="1400" dirty="0" err="1"/>
              <a:t>fully</a:t>
            </a:r>
            <a:r>
              <a:rPr lang="cs-CZ" sz="1400" dirty="0"/>
              <a:t> </a:t>
            </a:r>
            <a:r>
              <a:rPr lang="cs-CZ" sz="1400" dirty="0" err="1"/>
              <a:t>lost</a:t>
            </a:r>
            <a:endParaRPr lang="cs-CZ" sz="1400" dirty="0"/>
          </a:p>
          <a:p>
            <a:r>
              <a:rPr lang="cs-CZ" sz="1400" dirty="0" err="1"/>
              <a:t>The</a:t>
            </a:r>
            <a:r>
              <a:rPr lang="cs-CZ" sz="1400" dirty="0"/>
              <a:t> model </a:t>
            </a:r>
            <a:r>
              <a:rPr lang="cs-CZ" sz="1400" dirty="0" err="1"/>
              <a:t>itself</a:t>
            </a:r>
            <a:r>
              <a:rPr lang="cs-CZ" sz="1400" dirty="0"/>
              <a:t> </a:t>
            </a:r>
            <a:r>
              <a:rPr lang="cs-CZ" sz="1400" dirty="0" err="1"/>
              <a:t>writes</a:t>
            </a:r>
            <a:r>
              <a:rPr lang="cs-CZ" sz="1400" dirty="0"/>
              <a:t> </a:t>
            </a:r>
            <a:r>
              <a:rPr lang="cs-CZ" sz="1400" dirty="0" err="1"/>
              <a:t>the</a:t>
            </a:r>
            <a:r>
              <a:rPr lang="cs-CZ" sz="1400" dirty="0"/>
              <a:t> </a:t>
            </a:r>
            <a:r>
              <a:rPr lang="cs-CZ" sz="1400" dirty="0" err="1"/>
              <a:t>summary</a:t>
            </a:r>
            <a:r>
              <a:rPr lang="cs-CZ" sz="1400" dirty="0"/>
              <a:t> → </a:t>
            </a:r>
            <a:r>
              <a:rPr lang="cs-CZ" sz="1400" dirty="0" err="1"/>
              <a:t>consistent</a:t>
            </a:r>
            <a:r>
              <a:rPr lang="cs-CZ" sz="1400" dirty="0"/>
              <a:t> style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FF462-971F-91FE-77A6-10FA05AB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5C18694-F55B-41C0-ABF3-C1D971F9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3E46CA8-7278-4BA3-AACE-235B5B3B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Nadpis 3">
            <a:extLst>
              <a:ext uri="{FF2B5EF4-FFF2-40B4-BE49-F238E27FC236}">
                <a16:creationId xmlns:a16="http://schemas.microsoft.com/office/drawing/2014/main" id="{5E27088E-AC94-EAA1-FCB7-CBE3211D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10905066" cy="325187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5635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– RAG (Retrieval-Augmented Generation)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107" y="2603500"/>
            <a:ext cx="5571894" cy="34163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Problem: LLM knows nothing about your domain</a:t>
            </a:r>
          </a:p>
          <a:p>
            <a:pPr lvl="1"/>
            <a:r>
              <a:rPr dirty="0"/>
              <a:t>Model trained in 2024 – doesn't know your product, your university…</a:t>
            </a:r>
          </a:p>
          <a:p>
            <a:pPr lvl="1"/>
            <a:r>
              <a:rPr dirty="0"/>
              <a:t>Fine-tuning is expensive and needs retraining on every update</a:t>
            </a:r>
          </a:p>
          <a:p>
            <a:endParaRPr dirty="0"/>
          </a:p>
          <a:p>
            <a:r>
              <a:rPr dirty="0"/>
              <a:t>Solution: inject relevant knowledge at query time</a:t>
            </a:r>
          </a:p>
          <a:p>
            <a:pPr lvl="1"/>
            <a:r>
              <a:rPr dirty="0"/>
              <a:t>User asks a question → retrieve matching facts → add to prompt</a:t>
            </a:r>
          </a:p>
          <a:p>
            <a:pPr lvl="1"/>
            <a:r>
              <a:rPr dirty="0"/>
              <a:t>Model answers using real, up-to-date context</a:t>
            </a:r>
          </a:p>
          <a:p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92B5DA-6493-D496-DA93-DCAF6988F033}"/>
              </a:ext>
            </a:extLst>
          </p:cNvPr>
          <p:cNvSpPr txBox="1">
            <a:spLocks/>
          </p:cNvSpPr>
          <p:nvPr/>
        </p:nvSpPr>
        <p:spPr>
          <a:xfrm>
            <a:off x="6252116" y="2603500"/>
            <a:ext cx="5571894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600" dirty="0" err="1"/>
              <a:t>Today's</a:t>
            </a:r>
            <a:r>
              <a:rPr lang="cs-CZ" sz="1600" dirty="0"/>
              <a:t> demo: </a:t>
            </a:r>
            <a:r>
              <a:rPr lang="cs-CZ" sz="1600" dirty="0" err="1"/>
              <a:t>keyword-based</a:t>
            </a:r>
            <a:r>
              <a:rPr lang="cs-CZ" sz="1600" dirty="0"/>
              <a:t> </a:t>
            </a:r>
            <a:r>
              <a:rPr lang="cs-CZ" sz="1600" dirty="0" err="1"/>
              <a:t>retrieval</a:t>
            </a:r>
            <a:endParaRPr lang="cs-CZ" sz="1600" dirty="0"/>
          </a:p>
          <a:p>
            <a:pPr lvl="1"/>
            <a:r>
              <a:rPr lang="cs-CZ" sz="1400" dirty="0"/>
              <a:t>'</a:t>
            </a:r>
            <a:r>
              <a:rPr lang="cs-CZ" sz="1400" dirty="0" err="1"/>
              <a:t>utb</a:t>
            </a:r>
            <a:r>
              <a:rPr lang="cs-CZ" sz="1400" dirty="0"/>
              <a:t>' in </a:t>
            </a:r>
            <a:r>
              <a:rPr lang="cs-CZ" sz="1400" dirty="0" err="1"/>
              <a:t>query</a:t>
            </a:r>
            <a:r>
              <a:rPr lang="cs-CZ" sz="1400" dirty="0"/>
              <a:t> → </a:t>
            </a:r>
            <a:r>
              <a:rPr lang="cs-CZ" sz="1400" dirty="0" err="1"/>
              <a:t>inject</a:t>
            </a:r>
            <a:r>
              <a:rPr lang="cs-CZ" sz="1400" dirty="0"/>
              <a:t> UTB </a:t>
            </a:r>
            <a:r>
              <a:rPr lang="cs-CZ" sz="1400" dirty="0" err="1"/>
              <a:t>description</a:t>
            </a:r>
            <a:r>
              <a:rPr lang="cs-CZ" sz="1400" dirty="0"/>
              <a:t> </a:t>
            </a:r>
            <a:r>
              <a:rPr lang="cs-CZ" sz="1400" dirty="0" err="1"/>
              <a:t>into</a:t>
            </a:r>
            <a:r>
              <a:rPr lang="cs-CZ" sz="1400" dirty="0"/>
              <a:t> </a:t>
            </a:r>
            <a:r>
              <a:rPr lang="cs-CZ" sz="1400" dirty="0" err="1"/>
              <a:t>system</a:t>
            </a:r>
            <a:r>
              <a:rPr lang="cs-CZ" sz="1400" dirty="0"/>
              <a:t> </a:t>
            </a:r>
            <a:r>
              <a:rPr lang="cs-CZ" sz="1400" dirty="0" err="1"/>
              <a:t>context</a:t>
            </a:r>
            <a:endParaRPr lang="cs-CZ" sz="1400" dirty="0"/>
          </a:p>
          <a:p>
            <a:pPr lvl="1"/>
            <a:r>
              <a:rPr lang="cs-CZ" sz="1400" dirty="0" err="1"/>
              <a:t>Production</a:t>
            </a:r>
            <a:r>
              <a:rPr lang="cs-CZ" sz="1400" dirty="0"/>
              <a:t> RAG: </a:t>
            </a:r>
            <a:r>
              <a:rPr lang="cs-CZ" sz="1400" dirty="0" err="1"/>
              <a:t>vector</a:t>
            </a:r>
            <a:r>
              <a:rPr lang="cs-CZ" sz="1400" dirty="0"/>
              <a:t> database + </a:t>
            </a:r>
            <a:r>
              <a:rPr lang="cs-CZ" sz="1400" dirty="0" err="1"/>
              <a:t>semantic</a:t>
            </a:r>
            <a:r>
              <a:rPr lang="cs-CZ" sz="1400" dirty="0"/>
              <a:t> (</a:t>
            </a:r>
            <a:r>
              <a:rPr lang="cs-CZ" sz="1200" dirty="0" err="1"/>
              <a:t>embedding</a:t>
            </a:r>
            <a:r>
              <a:rPr lang="cs-CZ" sz="1400" dirty="0"/>
              <a:t>) </a:t>
            </a:r>
            <a:r>
              <a:rPr lang="cs-CZ" sz="1400" dirty="0" err="1"/>
              <a:t>search</a:t>
            </a:r>
            <a:endParaRPr lang="cs-CZ" sz="1400" dirty="0"/>
          </a:p>
          <a:p>
            <a:endParaRPr lang="cs-CZ" sz="1600" dirty="0"/>
          </a:p>
          <a:p>
            <a:r>
              <a:rPr lang="cs-CZ" sz="1600" dirty="0"/>
              <a:t>RAG &gt; fine-</a:t>
            </a:r>
            <a:r>
              <a:rPr lang="cs-CZ" sz="1600" dirty="0" err="1"/>
              <a:t>tuning</a:t>
            </a:r>
            <a:r>
              <a:rPr lang="cs-CZ" sz="1600" dirty="0"/>
              <a:t> </a:t>
            </a:r>
            <a:r>
              <a:rPr lang="cs-CZ" sz="1600" dirty="0" err="1"/>
              <a:t>for</a:t>
            </a:r>
            <a:r>
              <a:rPr lang="cs-CZ" sz="1600" dirty="0"/>
              <a:t> </a:t>
            </a:r>
            <a:r>
              <a:rPr lang="cs-CZ" sz="1600" dirty="0" err="1"/>
              <a:t>dynamic</a:t>
            </a:r>
            <a:r>
              <a:rPr lang="cs-CZ" sz="1600" dirty="0"/>
              <a:t> </a:t>
            </a:r>
            <a:r>
              <a:rPr lang="cs-CZ" sz="1600" dirty="0" err="1"/>
              <a:t>or</a:t>
            </a:r>
            <a:r>
              <a:rPr lang="cs-CZ" sz="1600" dirty="0"/>
              <a:t> </a:t>
            </a:r>
            <a:r>
              <a:rPr lang="cs-CZ" sz="1600" dirty="0" err="1"/>
              <a:t>frequently-changing</a:t>
            </a:r>
            <a:r>
              <a:rPr lang="cs-CZ" sz="1600" dirty="0"/>
              <a:t> </a:t>
            </a:r>
            <a:r>
              <a:rPr lang="cs-CZ" sz="1600" dirty="0" err="1"/>
              <a:t>knowledge</a:t>
            </a:r>
            <a:endParaRPr lang="cs-CZ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– Dynamic Context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967" y="2614011"/>
            <a:ext cx="5435033" cy="34163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Idea: RAG sources don't have to be static</a:t>
            </a:r>
          </a:p>
          <a:p>
            <a:pPr lvl="1"/>
            <a:r>
              <a:rPr dirty="0"/>
              <a:t>Anything computable can be injected into the context</a:t>
            </a:r>
          </a:p>
          <a:p>
            <a:endParaRPr dirty="0"/>
          </a:p>
          <a:p>
            <a:r>
              <a:rPr dirty="0"/>
              <a:t>Examples of dynamic context</a:t>
            </a:r>
          </a:p>
          <a:p>
            <a:pPr lvl="1"/>
            <a:r>
              <a:rPr dirty="0"/>
              <a:t>Current date &amp; time  → model always knows 'now'</a:t>
            </a:r>
          </a:p>
          <a:p>
            <a:pPr lvl="1"/>
            <a:r>
              <a:rPr dirty="0"/>
              <a:t>Weather / stock price / sensor reading → live data</a:t>
            </a:r>
          </a:p>
          <a:p>
            <a:pPr lvl="1"/>
            <a:r>
              <a:rPr dirty="0"/>
              <a:t>Database query result → real business data per user</a:t>
            </a:r>
          </a:p>
          <a:p>
            <a:pPr lvl="1"/>
            <a:r>
              <a:rPr dirty="0"/>
              <a:t>User profile / preferences → </a:t>
            </a:r>
            <a:r>
              <a:rPr dirty="0" err="1"/>
              <a:t>personalised</a:t>
            </a:r>
            <a:r>
              <a:rPr dirty="0"/>
              <a:t> answers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24C971-79B8-9B89-9BD8-911A236753FA}"/>
              </a:ext>
            </a:extLst>
          </p:cNvPr>
          <p:cNvSpPr txBox="1">
            <a:spLocks/>
          </p:cNvSpPr>
          <p:nvPr/>
        </p:nvSpPr>
        <p:spPr>
          <a:xfrm>
            <a:off x="6096000" y="2614011"/>
            <a:ext cx="543503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400" dirty="0" err="1"/>
              <a:t>How</a:t>
            </a:r>
            <a:r>
              <a:rPr lang="cs-CZ" sz="1400" dirty="0"/>
              <a:t> </a:t>
            </a:r>
            <a:r>
              <a:rPr lang="cs-CZ" sz="1400" dirty="0" err="1"/>
              <a:t>it</a:t>
            </a:r>
            <a:r>
              <a:rPr lang="cs-CZ" sz="1400" dirty="0"/>
              <a:t> </a:t>
            </a:r>
            <a:r>
              <a:rPr lang="cs-CZ" sz="1400" dirty="0" err="1"/>
              <a:t>works</a:t>
            </a:r>
            <a:endParaRPr lang="cs-CZ" sz="1400" dirty="0"/>
          </a:p>
          <a:p>
            <a:pPr lvl="1"/>
            <a:r>
              <a:rPr lang="cs-CZ" sz="1200" dirty="0" err="1"/>
              <a:t>get_context_info</a:t>
            </a:r>
            <a:r>
              <a:rPr lang="cs-CZ" sz="1200" dirty="0"/>
              <a:t>() </a:t>
            </a:r>
            <a:r>
              <a:rPr lang="cs-CZ" sz="1200" dirty="0" err="1"/>
              <a:t>is</a:t>
            </a:r>
            <a:r>
              <a:rPr lang="cs-CZ" sz="1200" dirty="0"/>
              <a:t> </a:t>
            </a:r>
            <a:r>
              <a:rPr lang="cs-CZ" sz="1200" dirty="0" err="1"/>
              <a:t>called</a:t>
            </a:r>
            <a:r>
              <a:rPr lang="cs-CZ" sz="1200" dirty="0"/>
              <a:t> </a:t>
            </a:r>
            <a:r>
              <a:rPr lang="cs-CZ" sz="1200" dirty="0" err="1"/>
              <a:t>fresh</a:t>
            </a:r>
            <a:r>
              <a:rPr lang="cs-CZ" sz="1200" dirty="0"/>
              <a:t> on </a:t>
            </a:r>
            <a:r>
              <a:rPr lang="cs-CZ" sz="1200" dirty="0" err="1"/>
              <a:t>every</a:t>
            </a:r>
            <a:r>
              <a:rPr lang="cs-CZ" sz="1200" dirty="0"/>
              <a:t> user </a:t>
            </a:r>
            <a:r>
              <a:rPr lang="cs-CZ" sz="1200" dirty="0" err="1"/>
              <a:t>message</a:t>
            </a:r>
            <a:endParaRPr lang="cs-CZ" sz="1200" dirty="0"/>
          </a:p>
          <a:p>
            <a:pPr lvl="1"/>
            <a:r>
              <a:rPr lang="cs-CZ" sz="1200" dirty="0"/>
              <a:t>It </a:t>
            </a:r>
            <a:r>
              <a:rPr lang="cs-CZ" sz="1200" dirty="0" err="1"/>
              <a:t>assembles</a:t>
            </a:r>
            <a:r>
              <a:rPr lang="cs-CZ" sz="1200" dirty="0"/>
              <a:t> </a:t>
            </a:r>
            <a:r>
              <a:rPr lang="cs-CZ" sz="1200" dirty="0" err="1"/>
              <a:t>the</a:t>
            </a:r>
            <a:r>
              <a:rPr lang="cs-CZ" sz="1200" dirty="0"/>
              <a:t> </a:t>
            </a:r>
            <a:r>
              <a:rPr lang="cs-CZ" sz="1200" dirty="0" err="1"/>
              <a:t>context</a:t>
            </a:r>
            <a:r>
              <a:rPr lang="cs-CZ" sz="1200" dirty="0"/>
              <a:t> </a:t>
            </a:r>
            <a:r>
              <a:rPr lang="cs-CZ" sz="1200" dirty="0" err="1"/>
              <a:t>from</a:t>
            </a:r>
            <a:r>
              <a:rPr lang="cs-CZ" sz="1200" dirty="0"/>
              <a:t> </a:t>
            </a:r>
            <a:r>
              <a:rPr lang="cs-CZ" sz="1200" dirty="0" err="1"/>
              <a:t>both</a:t>
            </a:r>
            <a:r>
              <a:rPr lang="cs-CZ" sz="1200" dirty="0"/>
              <a:t> static KB and live </a:t>
            </a:r>
            <a:r>
              <a:rPr lang="cs-CZ" sz="1200" dirty="0" err="1"/>
              <a:t>sources</a:t>
            </a:r>
            <a:endParaRPr lang="cs-CZ" sz="1200" dirty="0"/>
          </a:p>
          <a:p>
            <a:pPr lvl="1"/>
            <a:r>
              <a:rPr lang="cs-CZ" sz="1200" dirty="0" err="1"/>
              <a:t>Everything</a:t>
            </a:r>
            <a:r>
              <a:rPr lang="cs-CZ" sz="1200" dirty="0"/>
              <a:t> </a:t>
            </a:r>
            <a:r>
              <a:rPr lang="cs-CZ" sz="1200" dirty="0" err="1"/>
              <a:t>lands</a:t>
            </a:r>
            <a:r>
              <a:rPr lang="cs-CZ" sz="1200" dirty="0"/>
              <a:t> in </a:t>
            </a:r>
            <a:r>
              <a:rPr lang="cs-CZ" sz="1200" dirty="0" err="1"/>
              <a:t>the</a:t>
            </a:r>
            <a:r>
              <a:rPr lang="cs-CZ" sz="1200" dirty="0"/>
              <a:t> </a:t>
            </a:r>
            <a:r>
              <a:rPr lang="cs-CZ" sz="1200" dirty="0" err="1"/>
              <a:t>system</a:t>
            </a:r>
            <a:r>
              <a:rPr lang="cs-CZ" sz="1200" dirty="0"/>
              <a:t> </a:t>
            </a:r>
            <a:r>
              <a:rPr lang="cs-CZ" sz="1200" dirty="0" err="1"/>
              <a:t>context</a:t>
            </a:r>
            <a:r>
              <a:rPr lang="cs-CZ" sz="1200" dirty="0"/>
              <a:t> </a:t>
            </a:r>
            <a:r>
              <a:rPr lang="cs-CZ" sz="1200" dirty="0" err="1"/>
              <a:t>before</a:t>
            </a:r>
            <a:r>
              <a:rPr lang="cs-CZ" sz="1200" dirty="0"/>
              <a:t> </a:t>
            </a:r>
            <a:r>
              <a:rPr lang="cs-CZ" sz="1200" dirty="0" err="1"/>
              <a:t>the</a:t>
            </a:r>
            <a:r>
              <a:rPr lang="cs-CZ" sz="1200" dirty="0"/>
              <a:t> model </a:t>
            </a:r>
            <a:r>
              <a:rPr lang="cs-CZ" sz="1200" dirty="0" err="1"/>
              <a:t>sees</a:t>
            </a:r>
            <a:r>
              <a:rPr lang="cs-CZ" sz="1200" dirty="0"/>
              <a:t> </a:t>
            </a:r>
            <a:r>
              <a:rPr lang="cs-CZ" sz="1200" dirty="0" err="1"/>
              <a:t>it</a:t>
            </a:r>
            <a:endParaRPr lang="cs-CZ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 – Mood-Aware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4941046" cy="34163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Idea: give the bot a persistent emotional state</a:t>
            </a:r>
          </a:p>
          <a:p>
            <a:pPr lvl="1"/>
            <a:r>
              <a:rPr dirty="0"/>
              <a:t>State: integer from -5 (bad mood) to +5 (great mood)</a:t>
            </a:r>
          </a:p>
          <a:p>
            <a:pPr lvl="1"/>
            <a:r>
              <a:rPr dirty="0"/>
              <a:t>Starts neutral (0), changes with each user message</a:t>
            </a:r>
          </a:p>
          <a:p>
            <a:endParaRPr dirty="0"/>
          </a:p>
          <a:p>
            <a:r>
              <a:rPr dirty="0"/>
              <a:t>Sentiment detection (simplified)</a:t>
            </a:r>
          </a:p>
          <a:p>
            <a:pPr lvl="1"/>
            <a:r>
              <a:rPr dirty="0"/>
              <a:t>Positive words ('thanks', 'great', 'awesome') → mood +1</a:t>
            </a:r>
          </a:p>
          <a:p>
            <a:pPr lvl="1"/>
            <a:r>
              <a:rPr dirty="0"/>
              <a:t>Negative words ('hate', 'boring', 'stupid') → mood -1</a:t>
            </a:r>
          </a:p>
          <a:p>
            <a:pPr lvl="1"/>
            <a:r>
              <a:rPr dirty="0"/>
              <a:t>Mood clamped to [-5, +5]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6936B0-7FAE-8E71-8D54-7701B464CD2F}"/>
              </a:ext>
            </a:extLst>
          </p:cNvPr>
          <p:cNvSpPr txBox="1">
            <a:spLocks/>
          </p:cNvSpPr>
          <p:nvPr/>
        </p:nvSpPr>
        <p:spPr>
          <a:xfrm>
            <a:off x="6096000" y="2603500"/>
            <a:ext cx="4941046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400" dirty="0" err="1"/>
              <a:t>Effect</a:t>
            </a:r>
            <a:r>
              <a:rPr lang="cs-CZ" sz="1400" dirty="0"/>
              <a:t> on </a:t>
            </a:r>
            <a:r>
              <a:rPr lang="cs-CZ" sz="1400" dirty="0" err="1"/>
              <a:t>responses</a:t>
            </a:r>
            <a:endParaRPr lang="cs-CZ" sz="1400" dirty="0"/>
          </a:p>
          <a:p>
            <a:pPr lvl="1"/>
            <a:r>
              <a:rPr lang="cs-CZ" sz="1200" dirty="0" err="1"/>
              <a:t>Mood</a:t>
            </a:r>
            <a:r>
              <a:rPr lang="cs-CZ" sz="1200" dirty="0"/>
              <a:t> </a:t>
            </a:r>
            <a:r>
              <a:rPr lang="cs-CZ" sz="1200" dirty="0" err="1"/>
              <a:t>injected</a:t>
            </a:r>
            <a:r>
              <a:rPr lang="cs-CZ" sz="1200" dirty="0"/>
              <a:t> </a:t>
            </a:r>
            <a:r>
              <a:rPr lang="cs-CZ" sz="1200" dirty="0" err="1"/>
              <a:t>into</a:t>
            </a:r>
            <a:r>
              <a:rPr lang="cs-CZ" sz="1200" dirty="0"/>
              <a:t> </a:t>
            </a:r>
            <a:r>
              <a:rPr lang="cs-CZ" sz="1200" dirty="0" err="1"/>
              <a:t>system</a:t>
            </a:r>
            <a:r>
              <a:rPr lang="cs-CZ" sz="1200" dirty="0"/>
              <a:t> prompt as a </a:t>
            </a:r>
            <a:r>
              <a:rPr lang="cs-CZ" sz="1200" dirty="0" err="1"/>
              <a:t>number</a:t>
            </a:r>
            <a:r>
              <a:rPr lang="cs-CZ" sz="1200" dirty="0"/>
              <a:t> </a:t>
            </a:r>
            <a:r>
              <a:rPr lang="cs-CZ" sz="1200" dirty="0" err="1"/>
              <a:t>each</a:t>
            </a:r>
            <a:r>
              <a:rPr lang="cs-CZ" sz="1200" dirty="0"/>
              <a:t> </a:t>
            </a:r>
            <a:r>
              <a:rPr lang="cs-CZ" sz="1200" dirty="0" err="1"/>
              <a:t>turn</a:t>
            </a:r>
            <a:endParaRPr lang="cs-CZ" sz="1200" dirty="0"/>
          </a:p>
          <a:p>
            <a:pPr lvl="1"/>
            <a:r>
              <a:rPr lang="cs-CZ" sz="1200" dirty="0" err="1"/>
              <a:t>Good</a:t>
            </a:r>
            <a:r>
              <a:rPr lang="cs-CZ" sz="1200" dirty="0"/>
              <a:t> </a:t>
            </a:r>
            <a:r>
              <a:rPr lang="cs-CZ" sz="1200" dirty="0" err="1"/>
              <a:t>mood</a:t>
            </a:r>
            <a:r>
              <a:rPr lang="cs-CZ" sz="1200" dirty="0"/>
              <a:t> → </a:t>
            </a:r>
            <a:r>
              <a:rPr lang="cs-CZ" sz="1200" dirty="0" err="1"/>
              <a:t>warmer</a:t>
            </a:r>
            <a:r>
              <a:rPr lang="cs-CZ" sz="1200" dirty="0"/>
              <a:t> tone  /  </a:t>
            </a:r>
            <a:r>
              <a:rPr lang="cs-CZ" sz="1200" dirty="0" err="1"/>
              <a:t>Bad</a:t>
            </a:r>
            <a:r>
              <a:rPr lang="cs-CZ" sz="1200" dirty="0"/>
              <a:t> </a:t>
            </a:r>
            <a:r>
              <a:rPr lang="cs-CZ" sz="1200" dirty="0" err="1"/>
              <a:t>mood</a:t>
            </a:r>
            <a:r>
              <a:rPr lang="cs-CZ" sz="1200" dirty="0"/>
              <a:t> → </a:t>
            </a:r>
            <a:r>
              <a:rPr lang="cs-CZ" sz="1200" dirty="0" err="1"/>
              <a:t>even</a:t>
            </a:r>
            <a:r>
              <a:rPr lang="cs-CZ" sz="1200" dirty="0"/>
              <a:t> more </a:t>
            </a:r>
            <a:r>
              <a:rPr lang="cs-CZ" sz="1200" dirty="0" err="1"/>
              <a:t>sarcastic</a:t>
            </a:r>
            <a:endParaRPr lang="cs-CZ" sz="1200" dirty="0"/>
          </a:p>
          <a:p>
            <a:endParaRPr lang="cs-CZ" sz="1400" dirty="0"/>
          </a:p>
          <a:p>
            <a:r>
              <a:rPr lang="cs-CZ" sz="1400" dirty="0"/>
              <a:t>Same </a:t>
            </a:r>
            <a:r>
              <a:rPr lang="cs-CZ" sz="1400" dirty="0" err="1"/>
              <a:t>technique</a:t>
            </a:r>
            <a:r>
              <a:rPr lang="cs-CZ" sz="1400" dirty="0"/>
              <a:t> </a:t>
            </a:r>
            <a:r>
              <a:rPr lang="cs-CZ" sz="1400" dirty="0" err="1"/>
              <a:t>can</a:t>
            </a:r>
            <a:r>
              <a:rPr lang="cs-CZ" sz="1400" dirty="0"/>
              <a:t> drive: formality, </a:t>
            </a:r>
            <a:r>
              <a:rPr lang="cs-CZ" sz="1400" dirty="0" err="1"/>
              <a:t>verbosity</a:t>
            </a:r>
            <a:r>
              <a:rPr lang="cs-CZ" sz="1400" dirty="0"/>
              <a:t>, </a:t>
            </a:r>
            <a:r>
              <a:rPr lang="cs-CZ" sz="1400" dirty="0" err="1"/>
              <a:t>language</a:t>
            </a:r>
            <a:r>
              <a:rPr lang="cs-CZ" sz="1400" dirty="0"/>
              <a:t>, </a:t>
            </a:r>
            <a:r>
              <a:rPr lang="cs-CZ" sz="1400" dirty="0" err="1"/>
              <a:t>emoji</a:t>
            </a:r>
            <a:r>
              <a:rPr lang="cs-CZ" sz="1400" dirty="0"/>
              <a:t> use…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0C33E-91DE-0E64-B859-DD0AE18B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5C18694-F55B-41C0-ABF3-C1D971F9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3E46CA8-7278-4BA3-AACE-235B5B3B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Nadpis 3">
            <a:extLst>
              <a:ext uri="{FF2B5EF4-FFF2-40B4-BE49-F238E27FC236}">
                <a16:creationId xmlns:a16="http://schemas.microsoft.com/office/drawing/2014/main" id="{66072975-9B98-63D1-1035-557140D1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10905066" cy="325187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1168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cs-CZ" sz="4400"/>
              <a:t>What We Built –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EDE5FB-6E91-999C-891B-785CF2F81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5149876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9F40-DF08-7F39-09D2-A07AF3863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91C2-6F26-A0D7-C1F8-3C974506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What</a:t>
            </a:r>
            <a:r>
              <a:rPr lang="cs-CZ" dirty="0"/>
              <a:t> </a:t>
            </a:r>
            <a:r>
              <a:rPr lang="cs-CZ" dirty="0" err="1"/>
              <a:t>next</a:t>
            </a:r>
            <a:r>
              <a:rPr lang="cs-CZ" dirty="0"/>
              <a:t>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BE810-E23C-7784-C81F-F49BC055E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Agentic</a:t>
            </a:r>
            <a:r>
              <a:rPr lang="cs-CZ" dirty="0"/>
              <a:t> </a:t>
            </a:r>
            <a:r>
              <a:rPr lang="cs-CZ" dirty="0" err="1"/>
              <a:t>approach</a:t>
            </a:r>
            <a:endParaRPr lang="cs-CZ" dirty="0"/>
          </a:p>
          <a:p>
            <a:pPr lvl="1"/>
            <a:r>
              <a:rPr lang="cs-CZ" dirty="0"/>
              <a:t>Not </a:t>
            </a:r>
            <a:r>
              <a:rPr lang="cs-CZ" dirty="0" err="1"/>
              <a:t>only</a:t>
            </a:r>
            <a:r>
              <a:rPr lang="cs-CZ" dirty="0"/>
              <a:t> </a:t>
            </a:r>
            <a:r>
              <a:rPr lang="cs-CZ" dirty="0" err="1"/>
              <a:t>communication</a:t>
            </a:r>
            <a:r>
              <a:rPr lang="cs-CZ" dirty="0"/>
              <a:t> but </a:t>
            </a:r>
            <a:r>
              <a:rPr lang="cs-CZ" dirty="0" err="1"/>
              <a:t>complex</a:t>
            </a:r>
            <a:r>
              <a:rPr lang="cs-CZ" dirty="0"/>
              <a:t> </a:t>
            </a:r>
            <a:r>
              <a:rPr lang="cs-CZ" dirty="0" err="1"/>
              <a:t>task</a:t>
            </a:r>
            <a:r>
              <a:rPr lang="cs-CZ" dirty="0"/>
              <a:t> (</a:t>
            </a:r>
            <a:r>
              <a:rPr lang="cs-CZ" dirty="0" err="1"/>
              <a:t>plan</a:t>
            </a:r>
            <a:r>
              <a:rPr lang="cs-CZ" dirty="0"/>
              <a:t> a </a:t>
            </a:r>
            <a:r>
              <a:rPr lang="cs-CZ" dirty="0" err="1"/>
              <a:t>trip</a:t>
            </a:r>
            <a:r>
              <a:rPr lang="cs-CZ" dirty="0"/>
              <a:t>)</a:t>
            </a:r>
            <a:endParaRPr dirty="0"/>
          </a:p>
          <a:p>
            <a:r>
              <a:rPr lang="cs-CZ" dirty="0"/>
              <a:t>CMP – </a:t>
            </a:r>
            <a:r>
              <a:rPr lang="cs-CZ" dirty="0" err="1"/>
              <a:t>Context</a:t>
            </a:r>
            <a:r>
              <a:rPr lang="cs-CZ" dirty="0"/>
              <a:t> model </a:t>
            </a:r>
            <a:r>
              <a:rPr lang="cs-CZ" dirty="0" err="1"/>
              <a:t>protocol</a:t>
            </a:r>
            <a:endParaRPr lang="cs-CZ" dirty="0"/>
          </a:p>
          <a:p>
            <a:pPr lvl="1"/>
            <a:r>
              <a:rPr lang="cs-CZ" dirty="0" err="1"/>
              <a:t>Connectors</a:t>
            </a:r>
            <a:r>
              <a:rPr lang="cs-CZ" dirty="0"/>
              <a:t> to </a:t>
            </a:r>
            <a:r>
              <a:rPr lang="cs-CZ" dirty="0" err="1"/>
              <a:t>databases</a:t>
            </a:r>
            <a:r>
              <a:rPr lang="cs-CZ" dirty="0"/>
              <a:t> (</a:t>
            </a:r>
            <a:r>
              <a:rPr lang="cs-CZ" dirty="0" err="1"/>
              <a:t>postgresq</a:t>
            </a:r>
            <a:r>
              <a:rPr lang="cs-CZ" dirty="0"/>
              <a:t>, </a:t>
            </a:r>
            <a:r>
              <a:rPr lang="cs-CZ" dirty="0" err="1"/>
              <a:t>mysql</a:t>
            </a:r>
            <a:r>
              <a:rPr lang="cs-CZ" dirty="0"/>
              <a:t>)</a:t>
            </a:r>
          </a:p>
          <a:p>
            <a:pPr lvl="1"/>
            <a:r>
              <a:rPr lang="cs-CZ" dirty="0" err="1"/>
              <a:t>Connectors</a:t>
            </a:r>
            <a:r>
              <a:rPr lang="cs-CZ" dirty="0"/>
              <a:t> to </a:t>
            </a:r>
            <a:r>
              <a:rPr lang="cs-CZ" dirty="0" err="1"/>
              <a:t>different</a:t>
            </a:r>
            <a:r>
              <a:rPr lang="cs-CZ" dirty="0"/>
              <a:t> </a:t>
            </a:r>
            <a:r>
              <a:rPr lang="cs-CZ" dirty="0" err="1"/>
              <a:t>systems</a:t>
            </a:r>
            <a:r>
              <a:rPr lang="cs-CZ" dirty="0"/>
              <a:t> (</a:t>
            </a:r>
            <a:r>
              <a:rPr lang="cs-CZ" dirty="0" err="1"/>
              <a:t>calendars</a:t>
            </a:r>
            <a:r>
              <a:rPr lang="cs-CZ" dirty="0"/>
              <a:t>, CRMS)</a:t>
            </a:r>
          </a:p>
          <a:p>
            <a:pPr lvl="1"/>
            <a:r>
              <a:rPr lang="cs-CZ" dirty="0" err="1"/>
              <a:t>Tools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ganarating</a:t>
            </a:r>
            <a:r>
              <a:rPr lang="cs-CZ" dirty="0"/>
              <a:t> </a:t>
            </a:r>
            <a:r>
              <a:rPr lang="cs-CZ" dirty="0" err="1"/>
              <a:t>specific</a:t>
            </a:r>
            <a:r>
              <a:rPr lang="cs-CZ" dirty="0"/>
              <a:t> </a:t>
            </a:r>
            <a:r>
              <a:rPr lang="cs-CZ" dirty="0" err="1"/>
              <a:t>resources</a:t>
            </a:r>
            <a:r>
              <a:rPr lang="cs-CZ" dirty="0"/>
              <a:t> (</a:t>
            </a:r>
            <a:r>
              <a:rPr lang="cs-CZ" dirty="0" err="1"/>
              <a:t>documents</a:t>
            </a:r>
            <a:r>
              <a:rPr lang="cs-CZ" dirty="0"/>
              <a:t>, </a:t>
            </a:r>
            <a:r>
              <a:rPr lang="cs-CZ" dirty="0" err="1"/>
              <a:t>pdfs</a:t>
            </a:r>
            <a:r>
              <a:rPr lang="cs-CZ" dirty="0"/>
              <a:t>,…)</a:t>
            </a:r>
          </a:p>
          <a:p>
            <a:r>
              <a:rPr lang="cs-CZ" dirty="0" err="1"/>
              <a:t>Dynamic</a:t>
            </a:r>
            <a:r>
              <a:rPr lang="cs-CZ" dirty="0"/>
              <a:t> </a:t>
            </a:r>
            <a:r>
              <a:rPr lang="cs-CZ" dirty="0" err="1"/>
              <a:t>system</a:t>
            </a:r>
            <a:r>
              <a:rPr lang="cs-CZ" dirty="0"/>
              <a:t> </a:t>
            </a:r>
            <a:r>
              <a:rPr lang="cs-CZ" dirty="0" err="1"/>
              <a:t>prompts</a:t>
            </a:r>
            <a:r>
              <a:rPr lang="cs-CZ" dirty="0"/>
              <a:t> </a:t>
            </a:r>
          </a:p>
          <a:p>
            <a:pPr lvl="1"/>
            <a:r>
              <a:rPr lang="cs-CZ" dirty="0" err="1"/>
              <a:t>Different</a:t>
            </a:r>
            <a:r>
              <a:rPr lang="cs-CZ" dirty="0"/>
              <a:t> </a:t>
            </a:r>
            <a:r>
              <a:rPr lang="cs-CZ" dirty="0" err="1"/>
              <a:t>roles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2492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8221A89-FE35-4C46-8874-69154D2A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arevné obálky">
            <a:extLst>
              <a:ext uri="{FF2B5EF4-FFF2-40B4-BE49-F238E27FC236}">
                <a16:creationId xmlns:a16="http://schemas.microsoft.com/office/drawing/2014/main" id="{6FABEC43-AB1B-D458-A230-A3B83566778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41000"/>
          </a:blip>
          <a:srcRect t="15730"/>
          <a:stretch>
            <a:fillRect/>
          </a:stretch>
        </p:blipFill>
        <p:spPr>
          <a:xfrm>
            <a:off x="-3176" y="10"/>
            <a:ext cx="12192000" cy="685799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9ACC7A-6809-44E9-A594-85696A6C2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402667"/>
            <a:ext cx="8133478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5342302"/>
            <a:ext cx="8133478" cy="4065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janku@utb.cz•  UTB FAI 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E62B6A-C5F9-4D52-9F66-877735827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F95C49-E748-4D32-8417-22E5B6A6F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AE10EC-5E3B-4FC0-B43F-1E4450009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84</TotalTime>
  <Words>2001</Words>
  <Application>Microsoft Macintosh PowerPoint</Application>
  <PresentationFormat>Širokoúhlá obrazovka</PresentationFormat>
  <Paragraphs>261</Paragraphs>
  <Slides>31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31</vt:i4>
      </vt:variant>
    </vt:vector>
  </HeadingPairs>
  <TitlesOfParts>
    <vt:vector size="35" baseType="lpstr">
      <vt:lpstr>Arial</vt:lpstr>
      <vt:lpstr>Trebuchet MS</vt:lpstr>
      <vt:lpstr>Wingdings 3</vt:lpstr>
      <vt:lpstr>Berlín</vt:lpstr>
      <vt:lpstr>Hands – on Generative AI - LLMs, chatbots </vt:lpstr>
      <vt:lpstr>Agenda</vt:lpstr>
      <vt:lpstr>What is an LLM?</vt:lpstr>
      <vt:lpstr>LLM – Large Language Model</vt:lpstr>
      <vt:lpstr>What is a Chatbot?</vt:lpstr>
      <vt:lpstr>Chatbot Architecture</vt:lpstr>
      <vt:lpstr>What is an AI Agent?</vt:lpstr>
      <vt:lpstr>AI Agent vs. Chatbot</vt:lpstr>
      <vt:lpstr>How does an LLM work?</vt:lpstr>
      <vt:lpstr>LLM Inference Pipeline</vt:lpstr>
      <vt:lpstr>Local Chatbot – Hands-on Demo</vt:lpstr>
      <vt:lpstr>Demo Stack</vt:lpstr>
      <vt:lpstr>Step 1 – Direct LLM Call (no memory)</vt:lpstr>
      <vt:lpstr>Demo</vt:lpstr>
      <vt:lpstr>Step 2 – System Prompt</vt:lpstr>
      <vt:lpstr>Systém prompt example – AI Asistant</vt:lpstr>
      <vt:lpstr>System prompt example – Structure output</vt:lpstr>
      <vt:lpstr>System prompt example – Structure output</vt:lpstr>
      <vt:lpstr>System prompt example – Structure output</vt:lpstr>
      <vt:lpstr>Demo</vt:lpstr>
      <vt:lpstr>Step 3 – Conversation History</vt:lpstr>
      <vt:lpstr>Demo</vt:lpstr>
      <vt:lpstr>Step 4 – History Summarization</vt:lpstr>
      <vt:lpstr>Demo</vt:lpstr>
      <vt:lpstr>Step 5 – RAG (Retrieval-Augmented Generation)</vt:lpstr>
      <vt:lpstr>Step 6 – Dynamic Context Extensions</vt:lpstr>
      <vt:lpstr>Step 7 – Mood-Aware Chatbot</vt:lpstr>
      <vt:lpstr>Demo</vt:lpstr>
      <vt:lpstr>What We Built – Summary</vt:lpstr>
      <vt:lpstr>What next?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Janků</dc:creator>
  <cp:lastModifiedBy>Peter Janků</cp:lastModifiedBy>
  <cp:revision>5</cp:revision>
  <dcterms:created xsi:type="dcterms:W3CDTF">2025-10-20T10:45:49Z</dcterms:created>
  <dcterms:modified xsi:type="dcterms:W3CDTF">2026-04-22T21:32:15Z</dcterms:modified>
</cp:coreProperties>
</file>