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cs-CZ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cs-CZ"/>
              <a:t>Kliknutím můžete upravit styl předlohy.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10/20/25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10/20/25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10/20/25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10/20/25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10/20/25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10/20/25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10/20/25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10/20/25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cs-CZ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10/20/25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tický obrázek s popis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10/20/25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ázev a popis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10/20/25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ce s popis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10/20/25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Jmenov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10/20/25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loup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10/20/25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loupce s obráz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/>
              <a:t>Kliknutím na ikonu přidáte obrázek.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/>
              <a:t>Kliknutím na ikonu přidáte obrázek.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/>
              <a:t>Kliknutím na ikonu přidáte obrázek.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10/20/25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10/20/25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10/20/25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cs-CZ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cs-CZ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cs-CZ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cs-CZ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cs-CZ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cs-CZ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cs-CZ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cs-CZ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cs-CZ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10/20/25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01F59B3-12FB-699E-5A55-05C4B5D8E9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b="1" dirty="0" err="1"/>
              <a:t>Hands</a:t>
            </a:r>
            <a:r>
              <a:rPr lang="cs-CZ" b="1" dirty="0"/>
              <a:t> – on </a:t>
            </a:r>
            <a:r>
              <a:rPr lang="cs-CZ" b="1" dirty="0" err="1"/>
              <a:t>Generative</a:t>
            </a:r>
            <a:r>
              <a:rPr lang="cs-CZ" b="1" dirty="0"/>
              <a:t> AI - </a:t>
            </a:r>
            <a:r>
              <a:rPr lang="cs-CZ" b="1" dirty="0" err="1"/>
              <a:t>LLMs</a:t>
            </a:r>
            <a:r>
              <a:rPr lang="cs-CZ" b="1" dirty="0"/>
              <a:t>, </a:t>
            </a:r>
            <a:r>
              <a:rPr lang="cs-CZ" b="1" dirty="0" err="1"/>
              <a:t>chatbots</a:t>
            </a:r>
            <a:br>
              <a:rPr lang="cs-CZ" dirty="0"/>
            </a:br>
            <a:endParaRPr lang="cs-CZ" dirty="0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2BA16CD9-2640-080E-71CA-0D3EE95E893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dirty="0"/>
              <a:t>Ing. Peter Janků, PH.D.</a:t>
            </a:r>
          </a:p>
          <a:p>
            <a:r>
              <a:rPr lang="cs-CZ" dirty="0"/>
              <a:t>Tomas </a:t>
            </a:r>
            <a:r>
              <a:rPr lang="cs-CZ" dirty="0" err="1"/>
              <a:t>bata</a:t>
            </a:r>
            <a:r>
              <a:rPr lang="cs-CZ" dirty="0"/>
              <a:t> university in </a:t>
            </a:r>
            <a:r>
              <a:rPr lang="cs-CZ" dirty="0" err="1"/>
              <a:t>zlin</a:t>
            </a:r>
            <a:r>
              <a:rPr lang="cs-CZ" dirty="0"/>
              <a:t> &amp; </a:t>
            </a:r>
            <a:r>
              <a:rPr lang="cs-CZ" dirty="0" err="1"/>
              <a:t>revelia</a:t>
            </a:r>
            <a:r>
              <a:rPr lang="cs-CZ" dirty="0"/>
              <a:t> s.r.o.</a:t>
            </a:r>
          </a:p>
        </p:txBody>
      </p:sp>
      <p:pic>
        <p:nvPicPr>
          <p:cNvPr id="5" name="Obrázek 4" descr="Obsah obrázku text, Písmo, bílé&#10;&#10;Obsah generovaný pomocí AI může být nesprávný.">
            <a:extLst>
              <a:ext uri="{FF2B5EF4-FFF2-40B4-BE49-F238E27FC236}">
                <a16:creationId xmlns:a16="http://schemas.microsoft.com/office/drawing/2014/main" id="{AB0986DC-4E7E-A315-8A58-D61E8774B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084" y="5622266"/>
            <a:ext cx="2487082" cy="607083"/>
          </a:xfrm>
          <a:prstGeom prst="rect">
            <a:avLst/>
          </a:prstGeom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64B130A7-D1A1-0B99-DDAE-EE93A45D9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3034" y="5638253"/>
            <a:ext cx="1866900" cy="59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439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00081C1-2283-B1AD-12F3-A7A3E53A9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Agenda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4601ABF-AD8B-1A1A-43B6-8B77F4E3E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 err="1"/>
              <a:t>What</a:t>
            </a:r>
            <a:r>
              <a:rPr lang="cs-CZ" dirty="0"/>
              <a:t> si:</a:t>
            </a:r>
          </a:p>
          <a:p>
            <a:pPr lvl="1"/>
            <a:r>
              <a:rPr lang="cs-CZ" dirty="0"/>
              <a:t>LLM</a:t>
            </a:r>
          </a:p>
          <a:p>
            <a:pPr lvl="1"/>
            <a:r>
              <a:rPr lang="cs-CZ" dirty="0"/>
              <a:t>Chatbot</a:t>
            </a:r>
          </a:p>
          <a:p>
            <a:pPr lvl="1"/>
            <a:r>
              <a:rPr lang="cs-CZ" dirty="0"/>
              <a:t>Agent</a:t>
            </a:r>
          </a:p>
          <a:p>
            <a:r>
              <a:rPr lang="cs-CZ" dirty="0" err="1"/>
              <a:t>How</a:t>
            </a:r>
            <a:r>
              <a:rPr lang="cs-CZ" dirty="0"/>
              <a:t> </a:t>
            </a:r>
            <a:r>
              <a:rPr lang="cs-CZ" dirty="0" err="1"/>
              <a:t>does</a:t>
            </a:r>
            <a:r>
              <a:rPr lang="cs-CZ" dirty="0"/>
              <a:t> LLM </a:t>
            </a:r>
            <a:r>
              <a:rPr lang="cs-CZ" dirty="0" err="1"/>
              <a:t>work</a:t>
            </a:r>
            <a:endParaRPr lang="cs-CZ" dirty="0"/>
          </a:p>
          <a:p>
            <a:r>
              <a:rPr lang="cs-CZ" dirty="0" err="1"/>
              <a:t>Local</a:t>
            </a:r>
            <a:r>
              <a:rPr lang="cs-CZ" dirty="0"/>
              <a:t> chatbot </a:t>
            </a:r>
            <a:r>
              <a:rPr lang="cs-CZ" dirty="0" err="1"/>
              <a:t>example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50048100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8</TotalTime>
  <Words>46</Words>
  <Application>Microsoft Macintosh PowerPoint</Application>
  <PresentationFormat>Širokoúhlá obrazovka</PresentationFormat>
  <Paragraphs>10</Paragraphs>
  <Slides>2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2</vt:i4>
      </vt:variant>
    </vt:vector>
  </HeadingPairs>
  <TitlesOfParts>
    <vt:vector size="6" baseType="lpstr">
      <vt:lpstr>Arial</vt:lpstr>
      <vt:lpstr>Century Gothic</vt:lpstr>
      <vt:lpstr>Wingdings 3</vt:lpstr>
      <vt:lpstr>Ion Boardroom</vt:lpstr>
      <vt:lpstr>Hands – on Generative AI - LLMs, chatbots </vt:lpstr>
      <vt:lpstr>Agenda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Janků</dc:creator>
  <cp:lastModifiedBy>Peter Janků</cp:lastModifiedBy>
  <cp:revision>4</cp:revision>
  <dcterms:created xsi:type="dcterms:W3CDTF">2025-10-20T10:45:49Z</dcterms:created>
  <dcterms:modified xsi:type="dcterms:W3CDTF">2025-10-20T10:54:23Z</dcterms:modified>
</cp:coreProperties>
</file>